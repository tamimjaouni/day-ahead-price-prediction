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5" r:id="rId1"/>
  </p:sldMasterIdLst>
  <p:sldIdLst>
    <p:sldId id="256" r:id="rId2"/>
    <p:sldId id="257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F9C9F2A-3F56-47FD-9CB5-C7FC448B58B5}" v="1252" dt="2025-11-10T08:03:12.9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384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mim Jaouni" userId="5a1e722342cbadd1" providerId="LiveId" clId="{8276BCC8-02B6-48C6-8F25-7073731F431B}"/>
    <pc:docChg chg="undo redo custSel addSld delSld modSld">
      <pc:chgData name="Tamim Jaouni" userId="5a1e722342cbadd1" providerId="LiveId" clId="{8276BCC8-02B6-48C6-8F25-7073731F431B}" dt="2025-11-10T08:03:43.813" v="3074" actId="20577"/>
      <pc:docMkLst>
        <pc:docMk/>
      </pc:docMkLst>
      <pc:sldChg chg="addSp delSp modSp mod setBg">
        <pc:chgData name="Tamim Jaouni" userId="5a1e722342cbadd1" providerId="LiveId" clId="{8276BCC8-02B6-48C6-8F25-7073731F431B}" dt="2025-11-10T07:37:36.909" v="2401"/>
        <pc:sldMkLst>
          <pc:docMk/>
          <pc:sldMk cId="1389647470" sldId="256"/>
        </pc:sldMkLst>
        <pc:spChg chg="add mod">
          <ac:chgData name="Tamim Jaouni" userId="5a1e722342cbadd1" providerId="LiveId" clId="{8276BCC8-02B6-48C6-8F25-7073731F431B}" dt="2025-11-08T15:31:29.167" v="1426" actId="1076"/>
          <ac:spMkLst>
            <pc:docMk/>
            <pc:sldMk cId="1389647470" sldId="256"/>
            <ac:spMk id="13" creationId="{3BC718D2-F152-BFCA-6D5F-B20AF0B90686}"/>
          </ac:spMkLst>
        </pc:spChg>
        <pc:spChg chg="add mod">
          <ac:chgData name="Tamim Jaouni" userId="5a1e722342cbadd1" providerId="LiveId" clId="{8276BCC8-02B6-48C6-8F25-7073731F431B}" dt="2025-11-10T07:22:55.223" v="1715" actId="115"/>
          <ac:spMkLst>
            <pc:docMk/>
            <pc:sldMk cId="1389647470" sldId="256"/>
            <ac:spMk id="16" creationId="{DBB229A1-D1AC-90B9-D244-2A542CB166D1}"/>
          </ac:spMkLst>
        </pc:spChg>
        <pc:spChg chg="add mod">
          <ac:chgData name="Tamim Jaouni" userId="5a1e722342cbadd1" providerId="LiveId" clId="{8276BCC8-02B6-48C6-8F25-7073731F431B}" dt="2025-11-10T07:23:07.915" v="1717" actId="1076"/>
          <ac:spMkLst>
            <pc:docMk/>
            <pc:sldMk cId="1389647470" sldId="256"/>
            <ac:spMk id="17" creationId="{3FF205C6-27F2-C50C-AC2F-0DCB148C554E}"/>
          </ac:spMkLst>
        </pc:spChg>
        <pc:spChg chg="add mod">
          <ac:chgData name="Tamim Jaouni" userId="5a1e722342cbadd1" providerId="LiveId" clId="{8276BCC8-02B6-48C6-8F25-7073731F431B}" dt="2025-11-10T07:25:17.641" v="1737" actId="692"/>
          <ac:spMkLst>
            <pc:docMk/>
            <pc:sldMk cId="1389647470" sldId="256"/>
            <ac:spMk id="18" creationId="{C08B7E33-0ABD-E096-CC88-8A7C2A3E63C8}"/>
          </ac:spMkLst>
        </pc:spChg>
        <pc:graphicFrameChg chg="add mod">
          <ac:chgData name="Tamim Jaouni" userId="5a1e722342cbadd1" providerId="LiveId" clId="{8276BCC8-02B6-48C6-8F25-7073731F431B}" dt="2025-11-10T07:37:13.079" v="2329" actId="692"/>
          <ac:graphicFrameMkLst>
            <pc:docMk/>
            <pc:sldMk cId="1389647470" sldId="256"/>
            <ac:graphicFrameMk id="10" creationId="{9F827EA0-6A6E-CA9B-2881-5D99E066F71F}"/>
          </ac:graphicFrameMkLst>
        </pc:graphicFrameChg>
        <pc:graphicFrameChg chg="add mod">
          <ac:chgData name="Tamim Jaouni" userId="5a1e722342cbadd1" providerId="LiveId" clId="{8276BCC8-02B6-48C6-8F25-7073731F431B}" dt="2025-11-10T07:37:36.909" v="2401"/>
          <ac:graphicFrameMkLst>
            <pc:docMk/>
            <pc:sldMk cId="1389647470" sldId="256"/>
            <ac:graphicFrameMk id="11" creationId="{71ED0CE0-5E1A-FBD5-7D23-CFE9FB584E83}"/>
          </ac:graphicFrameMkLst>
        </pc:graphicFrameChg>
        <pc:picChg chg="add mod">
          <ac:chgData name="Tamim Jaouni" userId="5a1e722342cbadd1" providerId="LiveId" clId="{8276BCC8-02B6-48C6-8F25-7073731F431B}" dt="2025-11-08T15:31:12.414" v="1421" actId="1076"/>
          <ac:picMkLst>
            <pc:docMk/>
            <pc:sldMk cId="1389647470" sldId="256"/>
            <ac:picMk id="12" creationId="{04B9314E-D8FD-A539-EFB5-5B9D87BAD458}"/>
          </ac:picMkLst>
        </pc:picChg>
        <pc:picChg chg="add mod">
          <ac:chgData name="Tamim Jaouni" userId="5a1e722342cbadd1" providerId="LiveId" clId="{8276BCC8-02B6-48C6-8F25-7073731F431B}" dt="2025-11-08T15:31:24.773" v="1424" actId="1076"/>
          <ac:picMkLst>
            <pc:docMk/>
            <pc:sldMk cId="1389647470" sldId="256"/>
            <ac:picMk id="15" creationId="{9810D602-8B79-6BC0-3499-9CE8FF0AAB03}"/>
          </ac:picMkLst>
        </pc:picChg>
      </pc:sldChg>
      <pc:sldChg chg="addSp delSp modSp new mod setBg">
        <pc:chgData name="Tamim Jaouni" userId="5a1e722342cbadd1" providerId="LiveId" clId="{8276BCC8-02B6-48C6-8F25-7073731F431B}" dt="2025-11-10T07:40:08.578" v="2492" actId="1076"/>
        <pc:sldMkLst>
          <pc:docMk/>
          <pc:sldMk cId="1426264606" sldId="257"/>
        </pc:sldMkLst>
        <pc:spChg chg="add mod">
          <ac:chgData name="Tamim Jaouni" userId="5a1e722342cbadd1" providerId="LiveId" clId="{8276BCC8-02B6-48C6-8F25-7073731F431B}" dt="2025-11-10T07:39:13.394" v="2451" actId="1076"/>
          <ac:spMkLst>
            <pc:docMk/>
            <pc:sldMk cId="1426264606" sldId="257"/>
            <ac:spMk id="4" creationId="{9139931F-2072-F9B3-B74C-3F13DCAF573E}"/>
          </ac:spMkLst>
        </pc:spChg>
        <pc:spChg chg="add mod">
          <ac:chgData name="Tamim Jaouni" userId="5a1e722342cbadd1" providerId="LiveId" clId="{8276BCC8-02B6-48C6-8F25-7073731F431B}" dt="2025-11-10T07:40:08.578" v="2492" actId="1076"/>
          <ac:spMkLst>
            <pc:docMk/>
            <pc:sldMk cId="1426264606" sldId="257"/>
            <ac:spMk id="5" creationId="{858F2003-1EE8-9F87-CD1F-3A052ACC4B16}"/>
          </ac:spMkLst>
        </pc:spChg>
        <pc:graphicFrameChg chg="add mod">
          <ac:chgData name="Tamim Jaouni" userId="5a1e722342cbadd1" providerId="LiveId" clId="{8276BCC8-02B6-48C6-8F25-7073731F431B}" dt="2025-11-10T07:36:10.928" v="2317" actId="1076"/>
          <ac:graphicFrameMkLst>
            <pc:docMk/>
            <pc:sldMk cId="1426264606" sldId="257"/>
            <ac:graphicFrameMk id="7" creationId="{3F78576A-4E8B-F3AD-3C03-07F505D4AF77}"/>
          </ac:graphicFrameMkLst>
        </pc:graphicFrameChg>
        <pc:graphicFrameChg chg="add mod">
          <ac:chgData name="Tamim Jaouni" userId="5a1e722342cbadd1" providerId="LiveId" clId="{8276BCC8-02B6-48C6-8F25-7073731F431B}" dt="2025-11-10T07:36:23.054" v="2320"/>
          <ac:graphicFrameMkLst>
            <pc:docMk/>
            <pc:sldMk cId="1426264606" sldId="257"/>
            <ac:graphicFrameMk id="8" creationId="{3CDF4330-0915-BD8D-1203-CEE32D54F06B}"/>
          </ac:graphicFrameMkLst>
        </pc:graphicFrameChg>
      </pc:sldChg>
      <pc:sldChg chg="addSp delSp modSp new mod setBg">
        <pc:chgData name="Tamim Jaouni" userId="5a1e722342cbadd1" providerId="LiveId" clId="{8276BCC8-02B6-48C6-8F25-7073731F431B}" dt="2025-11-10T07:47:11.580" v="2824" actId="20577"/>
        <pc:sldMkLst>
          <pc:docMk/>
          <pc:sldMk cId="1910929610" sldId="259"/>
        </pc:sldMkLst>
        <pc:spChg chg="add mod">
          <ac:chgData name="Tamim Jaouni" userId="5a1e722342cbadd1" providerId="LiveId" clId="{8276BCC8-02B6-48C6-8F25-7073731F431B}" dt="2025-11-10T07:45:32.547" v="2731" actId="1076"/>
          <ac:spMkLst>
            <pc:docMk/>
            <pc:sldMk cId="1910929610" sldId="259"/>
            <ac:spMk id="2" creationId="{EF313408-9F0A-3F27-14EB-742AD5825AA2}"/>
          </ac:spMkLst>
        </pc:spChg>
        <pc:spChg chg="add mod">
          <ac:chgData name="Tamim Jaouni" userId="5a1e722342cbadd1" providerId="LiveId" clId="{8276BCC8-02B6-48C6-8F25-7073731F431B}" dt="2025-11-10T07:47:11.580" v="2824" actId="20577"/>
          <ac:spMkLst>
            <pc:docMk/>
            <pc:sldMk cId="1910929610" sldId="259"/>
            <ac:spMk id="3" creationId="{A8076DAD-DF0A-7D6D-7C4F-E3FF14327BCC}"/>
          </ac:spMkLst>
        </pc:spChg>
        <pc:graphicFrameChg chg="add mod">
          <ac:chgData name="Tamim Jaouni" userId="5a1e722342cbadd1" providerId="LiveId" clId="{8276BCC8-02B6-48C6-8F25-7073731F431B}" dt="2025-11-10T07:36:30.704" v="2322"/>
          <ac:graphicFrameMkLst>
            <pc:docMk/>
            <pc:sldMk cId="1910929610" sldId="259"/>
            <ac:graphicFrameMk id="5" creationId="{3772C57B-DF80-AF54-A999-DECC15D93F46}"/>
          </ac:graphicFrameMkLst>
        </pc:graphicFrameChg>
        <pc:graphicFrameChg chg="add mod">
          <ac:chgData name="Tamim Jaouni" userId="5a1e722342cbadd1" providerId="LiveId" clId="{8276BCC8-02B6-48C6-8F25-7073731F431B}" dt="2025-11-10T07:36:39.004" v="2324"/>
          <ac:graphicFrameMkLst>
            <pc:docMk/>
            <pc:sldMk cId="1910929610" sldId="259"/>
            <ac:graphicFrameMk id="7" creationId="{D106B62F-D09F-9D55-8BFD-0977B6256269}"/>
          </ac:graphicFrameMkLst>
        </pc:graphicFrameChg>
      </pc:sldChg>
      <pc:sldChg chg="addSp delSp modSp new mod setBg">
        <pc:chgData name="Tamim Jaouni" userId="5a1e722342cbadd1" providerId="LiveId" clId="{8276BCC8-02B6-48C6-8F25-7073731F431B}" dt="2025-11-10T08:03:43.813" v="3074" actId="20577"/>
        <pc:sldMkLst>
          <pc:docMk/>
          <pc:sldMk cId="161779382" sldId="260"/>
        </pc:sldMkLst>
        <pc:spChg chg="add mod">
          <ac:chgData name="Tamim Jaouni" userId="5a1e722342cbadd1" providerId="LiveId" clId="{8276BCC8-02B6-48C6-8F25-7073731F431B}" dt="2025-11-10T07:59:17.602" v="2902" actId="1076"/>
          <ac:spMkLst>
            <pc:docMk/>
            <pc:sldMk cId="161779382" sldId="260"/>
            <ac:spMk id="2" creationId="{F2F82F18-07F4-3A33-C771-C9BCAEBCBD2A}"/>
          </ac:spMkLst>
        </pc:spChg>
        <pc:spChg chg="add">
          <ac:chgData name="Tamim Jaouni" userId="5a1e722342cbadd1" providerId="LiveId" clId="{8276BCC8-02B6-48C6-8F25-7073731F431B}" dt="2025-11-10T07:58:41.207" v="2886"/>
          <ac:spMkLst>
            <pc:docMk/>
            <pc:sldMk cId="161779382" sldId="260"/>
            <ac:spMk id="3" creationId="{DC3F6A11-BF6D-E87F-D04E-AD6B01F3B7F5}"/>
          </ac:spMkLst>
        </pc:spChg>
        <pc:spChg chg="add mod">
          <ac:chgData name="Tamim Jaouni" userId="5a1e722342cbadd1" providerId="LiveId" clId="{8276BCC8-02B6-48C6-8F25-7073731F431B}" dt="2025-11-10T08:03:43.813" v="3074" actId="20577"/>
          <ac:spMkLst>
            <pc:docMk/>
            <pc:sldMk cId="161779382" sldId="260"/>
            <ac:spMk id="4" creationId="{8796D0A3-6FCC-2483-9F90-D5F2474B4E3B}"/>
          </ac:spMkLst>
        </pc:spChg>
        <pc:spChg chg="add">
          <ac:chgData name="Tamim Jaouni" userId="5a1e722342cbadd1" providerId="LiveId" clId="{8276BCC8-02B6-48C6-8F25-7073731F431B}" dt="2025-11-10T07:58:57.507" v="2890"/>
          <ac:spMkLst>
            <pc:docMk/>
            <pc:sldMk cId="161779382" sldId="260"/>
            <ac:spMk id="6" creationId="{4448BDA7-FC14-32E2-7856-06EE8C57D593}"/>
          </ac:spMkLst>
        </pc:spChg>
        <pc:spChg chg="add">
          <ac:chgData name="Tamim Jaouni" userId="5a1e722342cbadd1" providerId="LiveId" clId="{8276BCC8-02B6-48C6-8F25-7073731F431B}" dt="2025-11-10T08:02:26.545" v="3046"/>
          <ac:spMkLst>
            <pc:docMk/>
            <pc:sldMk cId="161779382" sldId="260"/>
            <ac:spMk id="8" creationId="{7FB9B6EB-D6E7-B23C-88C2-621FD3629EC6}"/>
          </ac:spMkLst>
        </pc:spChg>
        <pc:graphicFrameChg chg="add mod">
          <ac:chgData name="Tamim Jaouni" userId="5a1e722342cbadd1" providerId="LiveId" clId="{8276BCC8-02B6-48C6-8F25-7073731F431B}" dt="2025-11-10T07:36:56.934" v="2328"/>
          <ac:graphicFrameMkLst>
            <pc:docMk/>
            <pc:sldMk cId="161779382" sldId="260"/>
            <ac:graphicFrameMk id="5" creationId="{3FD4221E-DCD1-2ACC-EF2C-A2E5DD87EE2A}"/>
          </ac:graphicFrameMkLst>
        </pc:graphicFrameChg>
        <pc:graphicFrameChg chg="add mod">
          <ac:chgData name="Tamim Jaouni" userId="5a1e722342cbadd1" providerId="LiveId" clId="{8276BCC8-02B6-48C6-8F25-7073731F431B}" dt="2025-11-10T07:36:50.345" v="2326"/>
          <ac:graphicFrameMkLst>
            <pc:docMk/>
            <pc:sldMk cId="161779382" sldId="260"/>
            <ac:graphicFrameMk id="7" creationId="{7E03434A-4170-0A48-47EB-66F19C95C640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5a1e722342cbadd1/Karriere/Energy%20Trading/Github/Day-ahead-prices/appended_day-ahead-price%20(training_data)/appended_day-ahead-prices_complete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5a1e722342cbadd1/Karriere/Energy%20Trading/Github/Day-ahead-prices/appended_day-ahead-price%20(training_data)/appended_day-ahead-prices_complete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5a1e722342cbadd1/Karriere/Energy%20Trading/Github/Day-ahead-prices/appended_day-ahead-price%20(training_data)/appended_day-ahead-prices_complete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5a1e722342cbadd1/Karriere/Energy%20Trading/Github/Day-ahead-prices/appended_day-ahead-price%20(training_data)/appended_day-ahead-prices_complete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5a1e722342cbadd1/Karriere/Energy%20Trading/Github/Day-ahead-prices/appended_day-ahead-price%20(training_data)/appended_day-ahead-prices_complete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5a1e722342cbadd1/Karriere/Energy%20Trading/Github/Day-ahead-prices/appended_day-ahead-price%20(training_data)/appended_day-ahead-prices_complete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5a1e722342cbadd1/Karriere/Energy%20Trading/Github/Day-ahead-prices/appended_day-ahead-price%20(training_data)/appended_day-ahead-prices_complete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5a1e722342cbadd1/Karriere/Energy%20Trading/Github/Day-ahead-prices/appended_day-ahead-price%20(training_data)/appended_day-ahead-prices_complete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[appended_day-ahead-prices_complete.xlsx]pivot tables!PivotTable15</c:name>
    <c:fmtId val="-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 dirty="0">
                <a:solidFill>
                  <a:schemeClr val="tx1"/>
                </a:solidFill>
              </a:rPr>
              <a:t>Daily Price Chart </a:t>
            </a:r>
          </a:p>
        </c:rich>
      </c:tx>
      <c:layout>
        <c:manualLayout>
          <c:xMode val="edge"/>
          <c:yMode val="edge"/>
          <c:x val="0.39327865012345964"/>
          <c:y val="1.2351859528679802E-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6.5716011943442787E-2"/>
          <c:y val="0.14837560864670488"/>
          <c:w val="0.8915410422863943"/>
          <c:h val="0.69046035078965784"/>
        </c:manualLayout>
      </c:layout>
      <c:lineChart>
        <c:grouping val="standard"/>
        <c:varyColors val="0"/>
        <c:ser>
          <c:idx val="0"/>
          <c:order val="0"/>
          <c:tx>
            <c:strRef>
              <c:f>'pivot tables'!$B$26</c:f>
              <c:strCache>
                <c:ptCount val="1"/>
                <c:pt idx="0">
                  <c:v>Average of Day-ahead-price 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cat>
            <c:multiLvlStrRef>
              <c:f>'pivot tables'!$A$27:$A$92</c:f>
              <c:multiLvlStrCache>
                <c:ptCount val="60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  <c:pt idx="12">
                    <c:v>Jan</c:v>
                  </c:pt>
                  <c:pt idx="13">
                    <c:v>Feb</c:v>
                  </c:pt>
                  <c:pt idx="14">
                    <c:v>Mar</c:v>
                  </c:pt>
                  <c:pt idx="15">
                    <c:v>Apr</c:v>
                  </c:pt>
                  <c:pt idx="16">
                    <c:v>May</c:v>
                  </c:pt>
                  <c:pt idx="17">
                    <c:v>Jun</c:v>
                  </c:pt>
                  <c:pt idx="18">
                    <c:v>Jul</c:v>
                  </c:pt>
                  <c:pt idx="19">
                    <c:v>Aug</c:v>
                  </c:pt>
                  <c:pt idx="20">
                    <c:v>Sep</c:v>
                  </c:pt>
                  <c:pt idx="21">
                    <c:v>Oct</c:v>
                  </c:pt>
                  <c:pt idx="22">
                    <c:v>Nov</c:v>
                  </c:pt>
                  <c:pt idx="23">
                    <c:v>Dec</c:v>
                  </c:pt>
                  <c:pt idx="24">
                    <c:v>Jan</c:v>
                  </c:pt>
                  <c:pt idx="25">
                    <c:v>Feb</c:v>
                  </c:pt>
                  <c:pt idx="26">
                    <c:v>Mar</c:v>
                  </c:pt>
                  <c:pt idx="27">
                    <c:v>Apr</c:v>
                  </c:pt>
                  <c:pt idx="28">
                    <c:v>May</c:v>
                  </c:pt>
                  <c:pt idx="29">
                    <c:v>Jun</c:v>
                  </c:pt>
                  <c:pt idx="30">
                    <c:v>Jul</c:v>
                  </c:pt>
                  <c:pt idx="31">
                    <c:v>Aug</c:v>
                  </c:pt>
                  <c:pt idx="32">
                    <c:v>Sep</c:v>
                  </c:pt>
                  <c:pt idx="33">
                    <c:v>Oct</c:v>
                  </c:pt>
                  <c:pt idx="34">
                    <c:v>Nov</c:v>
                  </c:pt>
                  <c:pt idx="35">
                    <c:v>Dec</c:v>
                  </c:pt>
                  <c:pt idx="36">
                    <c:v>Jan</c:v>
                  </c:pt>
                  <c:pt idx="37">
                    <c:v>Feb</c:v>
                  </c:pt>
                  <c:pt idx="38">
                    <c:v>Mar</c:v>
                  </c:pt>
                  <c:pt idx="39">
                    <c:v>Apr</c:v>
                  </c:pt>
                  <c:pt idx="40">
                    <c:v>May</c:v>
                  </c:pt>
                  <c:pt idx="41">
                    <c:v>Jun</c:v>
                  </c:pt>
                  <c:pt idx="42">
                    <c:v>Jul</c:v>
                  </c:pt>
                  <c:pt idx="43">
                    <c:v>Aug</c:v>
                  </c:pt>
                  <c:pt idx="44">
                    <c:v>Sep</c:v>
                  </c:pt>
                  <c:pt idx="45">
                    <c:v>Oct</c:v>
                  </c:pt>
                  <c:pt idx="46">
                    <c:v>Nov</c:v>
                  </c:pt>
                  <c:pt idx="47">
                    <c:v>Dec</c:v>
                  </c:pt>
                  <c:pt idx="48">
                    <c:v>Jan</c:v>
                  </c:pt>
                  <c:pt idx="49">
                    <c:v>Feb</c:v>
                  </c:pt>
                  <c:pt idx="50">
                    <c:v>Mar</c:v>
                  </c:pt>
                  <c:pt idx="51">
                    <c:v>Apr</c:v>
                  </c:pt>
                  <c:pt idx="52">
                    <c:v>May</c:v>
                  </c:pt>
                  <c:pt idx="53">
                    <c:v>Jun</c:v>
                  </c:pt>
                  <c:pt idx="54">
                    <c:v>Jul</c:v>
                  </c:pt>
                  <c:pt idx="55">
                    <c:v>Aug</c:v>
                  </c:pt>
                  <c:pt idx="56">
                    <c:v>Sep</c:v>
                  </c:pt>
                  <c:pt idx="57">
                    <c:v>Oct</c:v>
                  </c:pt>
                  <c:pt idx="58">
                    <c:v>Nov</c:v>
                  </c:pt>
                  <c:pt idx="59">
                    <c:v>Dec</c:v>
                  </c:pt>
                </c:lvl>
                <c:lvl>
                  <c:pt idx="0">
                    <c:v>2019</c:v>
                  </c:pt>
                  <c:pt idx="12">
                    <c:v>2020</c:v>
                  </c:pt>
                  <c:pt idx="24">
                    <c:v>2021</c:v>
                  </c:pt>
                  <c:pt idx="36">
                    <c:v>2023</c:v>
                  </c:pt>
                  <c:pt idx="48">
                    <c:v>2024</c:v>
                  </c:pt>
                </c:lvl>
              </c:multiLvlStrCache>
            </c:multiLvlStrRef>
          </c:cat>
          <c:val>
            <c:numRef>
              <c:f>'pivot tables'!$B$27:$B$92</c:f>
              <c:numCache>
                <c:formatCode>General</c:formatCode>
                <c:ptCount val="60"/>
                <c:pt idx="0">
                  <c:v>50.44467069892471</c:v>
                </c:pt>
                <c:pt idx="1">
                  <c:v>43.209732142857149</c:v>
                </c:pt>
                <c:pt idx="2">
                  <c:v>30.797483176312284</c:v>
                </c:pt>
                <c:pt idx="3">
                  <c:v>38.079909722222254</c:v>
                </c:pt>
                <c:pt idx="4">
                  <c:v>38.349015456989129</c:v>
                </c:pt>
                <c:pt idx="5">
                  <c:v>33.267840277777772</c:v>
                </c:pt>
                <c:pt idx="6">
                  <c:v>39.238961693548305</c:v>
                </c:pt>
                <c:pt idx="7">
                  <c:v>36.503323252688112</c:v>
                </c:pt>
                <c:pt idx="8">
                  <c:v>34.965493055555491</c:v>
                </c:pt>
                <c:pt idx="9">
                  <c:v>37.473728187919512</c:v>
                </c:pt>
                <c:pt idx="10">
                  <c:v>40.90668749999999</c:v>
                </c:pt>
                <c:pt idx="11">
                  <c:v>31.909902553763512</c:v>
                </c:pt>
                <c:pt idx="12">
                  <c:v>34.268844086021367</c:v>
                </c:pt>
                <c:pt idx="13">
                  <c:v>21.483753591954017</c:v>
                </c:pt>
                <c:pt idx="14">
                  <c:v>22.38371130551814</c:v>
                </c:pt>
                <c:pt idx="15">
                  <c:v>18.000333333333359</c:v>
                </c:pt>
                <c:pt idx="16">
                  <c:v>17.880880376344045</c:v>
                </c:pt>
                <c:pt idx="17">
                  <c:v>25.731194444444426</c:v>
                </c:pt>
                <c:pt idx="18">
                  <c:v>30.661139112903328</c:v>
                </c:pt>
                <c:pt idx="19">
                  <c:v>33.885164650537675</c:v>
                </c:pt>
                <c:pt idx="20">
                  <c:v>43.645868055555525</c:v>
                </c:pt>
                <c:pt idx="21">
                  <c:v>34.178352348993265</c:v>
                </c:pt>
                <c:pt idx="22">
                  <c:v>37.596368055555594</c:v>
                </c:pt>
                <c:pt idx="23">
                  <c:v>43.931249999999999</c:v>
                </c:pt>
                <c:pt idx="24">
                  <c:v>53.844485887096852</c:v>
                </c:pt>
                <c:pt idx="25">
                  <c:v>49.244460565476196</c:v>
                </c:pt>
                <c:pt idx="26">
                  <c:v>46.164219380888248</c:v>
                </c:pt>
                <c:pt idx="27">
                  <c:v>55.758513888888885</c:v>
                </c:pt>
                <c:pt idx="28">
                  <c:v>53.653911290322533</c:v>
                </c:pt>
                <c:pt idx="29">
                  <c:v>73.571097222222008</c:v>
                </c:pt>
                <c:pt idx="30">
                  <c:v>81.760927419354744</c:v>
                </c:pt>
                <c:pt idx="31">
                  <c:v>81.438387096774306</c:v>
                </c:pt>
                <c:pt idx="32">
                  <c:v>129.66350347222215</c:v>
                </c:pt>
                <c:pt idx="33">
                  <c:v>144.93713758389237</c:v>
                </c:pt>
                <c:pt idx="34">
                  <c:v>176.12657291666699</c:v>
                </c:pt>
                <c:pt idx="35">
                  <c:v>229.33445228494605</c:v>
                </c:pt>
                <c:pt idx="36">
                  <c:v>114.18092741935523</c:v>
                </c:pt>
                <c:pt idx="37">
                  <c:v>108.93565476190454</c:v>
                </c:pt>
                <c:pt idx="38">
                  <c:v>87.191924629878812</c:v>
                </c:pt>
                <c:pt idx="39">
                  <c:v>98.028892361111133</c:v>
                </c:pt>
                <c:pt idx="40">
                  <c:v>82.12464381720423</c:v>
                </c:pt>
                <c:pt idx="41">
                  <c:v>106.4221979166666</c:v>
                </c:pt>
                <c:pt idx="42">
                  <c:v>85.674613575268651</c:v>
                </c:pt>
                <c:pt idx="43">
                  <c:v>103.43548051075251</c:v>
                </c:pt>
                <c:pt idx="44">
                  <c:v>98.652065972222374</c:v>
                </c:pt>
                <c:pt idx="45">
                  <c:v>92.080765100671101</c:v>
                </c:pt>
                <c:pt idx="46">
                  <c:v>98.812854166666554</c:v>
                </c:pt>
                <c:pt idx="47">
                  <c:v>66.949704301075087</c:v>
                </c:pt>
                <c:pt idx="48">
                  <c:v>65.97300067204317</c:v>
                </c:pt>
                <c:pt idx="49">
                  <c:v>67.120578304597416</c:v>
                </c:pt>
                <c:pt idx="50">
                  <c:v>67.059310228802445</c:v>
                </c:pt>
                <c:pt idx="51">
                  <c:v>76.475201388888578</c:v>
                </c:pt>
                <c:pt idx="52">
                  <c:v>74.180944220430348</c:v>
                </c:pt>
                <c:pt idx="53">
                  <c:v>76.966663194444479</c:v>
                </c:pt>
                <c:pt idx="54">
                  <c:v>73.519072580645343</c:v>
                </c:pt>
                <c:pt idx="55">
                  <c:v>84.685278897849514</c:v>
                </c:pt>
                <c:pt idx="56">
                  <c:v>73.06618749999997</c:v>
                </c:pt>
                <c:pt idx="57">
                  <c:v>85.953332214765055</c:v>
                </c:pt>
                <c:pt idx="58">
                  <c:v>97.746847222222016</c:v>
                </c:pt>
                <c:pt idx="59">
                  <c:v>91.035456989247237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5EC-4ED3-B8D8-9A9EFD17115B}"/>
            </c:ext>
          </c:extLst>
        </c:ser>
        <c:ser>
          <c:idx val="1"/>
          <c:order val="1"/>
          <c:tx>
            <c:strRef>
              <c:f>'pivot tables'!$C$26</c:f>
              <c:strCache>
                <c:ptCount val="1"/>
                <c:pt idx="0">
                  <c:v>StdDev of Day-ahead-price </c:v>
                </c:pt>
              </c:strCache>
            </c:strRef>
          </c:tx>
          <c:spPr>
            <a:ln w="28575" cap="rnd">
              <a:solidFill>
                <a:schemeClr val="bg2">
                  <a:lumMod val="75000"/>
                </a:schemeClr>
              </a:solidFill>
              <a:round/>
            </a:ln>
            <a:effectLst/>
          </c:spPr>
          <c:marker>
            <c:symbol val="none"/>
          </c:marker>
          <c:cat>
            <c:multiLvlStrRef>
              <c:f>'pivot tables'!$A$27:$A$92</c:f>
              <c:multiLvlStrCache>
                <c:ptCount val="60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  <c:pt idx="12">
                    <c:v>Jan</c:v>
                  </c:pt>
                  <c:pt idx="13">
                    <c:v>Feb</c:v>
                  </c:pt>
                  <c:pt idx="14">
                    <c:v>Mar</c:v>
                  </c:pt>
                  <c:pt idx="15">
                    <c:v>Apr</c:v>
                  </c:pt>
                  <c:pt idx="16">
                    <c:v>May</c:v>
                  </c:pt>
                  <c:pt idx="17">
                    <c:v>Jun</c:v>
                  </c:pt>
                  <c:pt idx="18">
                    <c:v>Jul</c:v>
                  </c:pt>
                  <c:pt idx="19">
                    <c:v>Aug</c:v>
                  </c:pt>
                  <c:pt idx="20">
                    <c:v>Sep</c:v>
                  </c:pt>
                  <c:pt idx="21">
                    <c:v>Oct</c:v>
                  </c:pt>
                  <c:pt idx="22">
                    <c:v>Nov</c:v>
                  </c:pt>
                  <c:pt idx="23">
                    <c:v>Dec</c:v>
                  </c:pt>
                  <c:pt idx="24">
                    <c:v>Jan</c:v>
                  </c:pt>
                  <c:pt idx="25">
                    <c:v>Feb</c:v>
                  </c:pt>
                  <c:pt idx="26">
                    <c:v>Mar</c:v>
                  </c:pt>
                  <c:pt idx="27">
                    <c:v>Apr</c:v>
                  </c:pt>
                  <c:pt idx="28">
                    <c:v>May</c:v>
                  </c:pt>
                  <c:pt idx="29">
                    <c:v>Jun</c:v>
                  </c:pt>
                  <c:pt idx="30">
                    <c:v>Jul</c:v>
                  </c:pt>
                  <c:pt idx="31">
                    <c:v>Aug</c:v>
                  </c:pt>
                  <c:pt idx="32">
                    <c:v>Sep</c:v>
                  </c:pt>
                  <c:pt idx="33">
                    <c:v>Oct</c:v>
                  </c:pt>
                  <c:pt idx="34">
                    <c:v>Nov</c:v>
                  </c:pt>
                  <c:pt idx="35">
                    <c:v>Dec</c:v>
                  </c:pt>
                  <c:pt idx="36">
                    <c:v>Jan</c:v>
                  </c:pt>
                  <c:pt idx="37">
                    <c:v>Feb</c:v>
                  </c:pt>
                  <c:pt idx="38">
                    <c:v>Mar</c:v>
                  </c:pt>
                  <c:pt idx="39">
                    <c:v>Apr</c:v>
                  </c:pt>
                  <c:pt idx="40">
                    <c:v>May</c:v>
                  </c:pt>
                  <c:pt idx="41">
                    <c:v>Jun</c:v>
                  </c:pt>
                  <c:pt idx="42">
                    <c:v>Jul</c:v>
                  </c:pt>
                  <c:pt idx="43">
                    <c:v>Aug</c:v>
                  </c:pt>
                  <c:pt idx="44">
                    <c:v>Sep</c:v>
                  </c:pt>
                  <c:pt idx="45">
                    <c:v>Oct</c:v>
                  </c:pt>
                  <c:pt idx="46">
                    <c:v>Nov</c:v>
                  </c:pt>
                  <c:pt idx="47">
                    <c:v>Dec</c:v>
                  </c:pt>
                  <c:pt idx="48">
                    <c:v>Jan</c:v>
                  </c:pt>
                  <c:pt idx="49">
                    <c:v>Feb</c:v>
                  </c:pt>
                  <c:pt idx="50">
                    <c:v>Mar</c:v>
                  </c:pt>
                  <c:pt idx="51">
                    <c:v>Apr</c:v>
                  </c:pt>
                  <c:pt idx="52">
                    <c:v>May</c:v>
                  </c:pt>
                  <c:pt idx="53">
                    <c:v>Jun</c:v>
                  </c:pt>
                  <c:pt idx="54">
                    <c:v>Jul</c:v>
                  </c:pt>
                  <c:pt idx="55">
                    <c:v>Aug</c:v>
                  </c:pt>
                  <c:pt idx="56">
                    <c:v>Sep</c:v>
                  </c:pt>
                  <c:pt idx="57">
                    <c:v>Oct</c:v>
                  </c:pt>
                  <c:pt idx="58">
                    <c:v>Nov</c:v>
                  </c:pt>
                  <c:pt idx="59">
                    <c:v>Dec</c:v>
                  </c:pt>
                </c:lvl>
                <c:lvl>
                  <c:pt idx="0">
                    <c:v>2019</c:v>
                  </c:pt>
                  <c:pt idx="12">
                    <c:v>2020</c:v>
                  </c:pt>
                  <c:pt idx="24">
                    <c:v>2021</c:v>
                  </c:pt>
                  <c:pt idx="36">
                    <c:v>2023</c:v>
                  </c:pt>
                  <c:pt idx="48">
                    <c:v>2024</c:v>
                  </c:pt>
                </c:lvl>
              </c:multiLvlStrCache>
            </c:multiLvlStrRef>
          </c:cat>
          <c:val>
            <c:numRef>
              <c:f>'pivot tables'!$C$27:$C$92</c:f>
              <c:numCache>
                <c:formatCode>General</c:formatCode>
                <c:ptCount val="60"/>
                <c:pt idx="0">
                  <c:v>22.512456663686912</c:v>
                </c:pt>
                <c:pt idx="1">
                  <c:v>13.836663370258654</c:v>
                </c:pt>
                <c:pt idx="2">
                  <c:v>15.99133695731261</c:v>
                </c:pt>
                <c:pt idx="3">
                  <c:v>10.876067613994802</c:v>
                </c:pt>
                <c:pt idx="4">
                  <c:v>11.207620049092128</c:v>
                </c:pt>
                <c:pt idx="5">
                  <c:v>16.941655442032278</c:v>
                </c:pt>
                <c:pt idx="6">
                  <c:v>12.03861243423585</c:v>
                </c:pt>
                <c:pt idx="7">
                  <c:v>16.352578163168616</c:v>
                </c:pt>
                <c:pt idx="8">
                  <c:v>14.574799046488643</c:v>
                </c:pt>
                <c:pt idx="9">
                  <c:v>14.86573505902718</c:v>
                </c:pt>
                <c:pt idx="10">
                  <c:v>12.49336343447116</c:v>
                </c:pt>
                <c:pt idx="11">
                  <c:v>17.642027024599969</c:v>
                </c:pt>
                <c:pt idx="12">
                  <c:v>13.599741092736735</c:v>
                </c:pt>
                <c:pt idx="13">
                  <c:v>19.423560398487886</c:v>
                </c:pt>
                <c:pt idx="14">
                  <c:v>17.574258499834858</c:v>
                </c:pt>
                <c:pt idx="15">
                  <c:v>17.770171469445408</c:v>
                </c:pt>
                <c:pt idx="16">
                  <c:v>14.241324151132179</c:v>
                </c:pt>
                <c:pt idx="17">
                  <c:v>13.931171528257966</c:v>
                </c:pt>
                <c:pt idx="18">
                  <c:v>16.105416094467426</c:v>
                </c:pt>
                <c:pt idx="19">
                  <c:v>13.956930638461541</c:v>
                </c:pt>
                <c:pt idx="20">
                  <c:v>18.279929963446939</c:v>
                </c:pt>
                <c:pt idx="21">
                  <c:v>18.087855951822593</c:v>
                </c:pt>
                <c:pt idx="22">
                  <c:v>17.156141591482541</c:v>
                </c:pt>
                <c:pt idx="23">
                  <c:v>23.672211617716346</c:v>
                </c:pt>
                <c:pt idx="24">
                  <c:v>43.456392976858098</c:v>
                </c:pt>
                <c:pt idx="25">
                  <c:v>18.05719036868954</c:v>
                </c:pt>
                <c:pt idx="26">
                  <c:v>23.422072109329619</c:v>
                </c:pt>
                <c:pt idx="27">
                  <c:v>22.513414679116885</c:v>
                </c:pt>
                <c:pt idx="28">
                  <c:v>30.426202202400557</c:v>
                </c:pt>
                <c:pt idx="29">
                  <c:v>30.062304162358355</c:v>
                </c:pt>
                <c:pt idx="30">
                  <c:v>26.088408574106939</c:v>
                </c:pt>
                <c:pt idx="31">
                  <c:v>29.756409976254808</c:v>
                </c:pt>
                <c:pt idx="32">
                  <c:v>38.748490323872687</c:v>
                </c:pt>
                <c:pt idx="33">
                  <c:v>92.741269199406801</c:v>
                </c:pt>
                <c:pt idx="34">
                  <c:v>78.705570754726025</c:v>
                </c:pt>
                <c:pt idx="35">
                  <c:v>119.25182360835659</c:v>
                </c:pt>
                <c:pt idx="36">
                  <c:v>107.00941494405507</c:v>
                </c:pt>
                <c:pt idx="37">
                  <c:v>71.567060571582758</c:v>
                </c:pt>
                <c:pt idx="38">
                  <c:v>52.120399411364573</c:v>
                </c:pt>
                <c:pt idx="39">
                  <c:v>45.293008011959671</c:v>
                </c:pt>
                <c:pt idx="40">
                  <c:v>48.3128432893024</c:v>
                </c:pt>
                <c:pt idx="41">
                  <c:v>45.528549350598645</c:v>
                </c:pt>
                <c:pt idx="42">
                  <c:v>53.794390900491919</c:v>
                </c:pt>
                <c:pt idx="43">
                  <c:v>50.44216672757468</c:v>
                </c:pt>
                <c:pt idx="44">
                  <c:v>61.088998049322932</c:v>
                </c:pt>
                <c:pt idx="45">
                  <c:v>50.552410092049833</c:v>
                </c:pt>
                <c:pt idx="46">
                  <c:v>47.823422696798062</c:v>
                </c:pt>
                <c:pt idx="47">
                  <c:v>63.5397237421098</c:v>
                </c:pt>
                <c:pt idx="48">
                  <c:v>37.349302706658221</c:v>
                </c:pt>
                <c:pt idx="49">
                  <c:v>32.90689218065458</c:v>
                </c:pt>
                <c:pt idx="50">
                  <c:v>40.392857338398869</c:v>
                </c:pt>
                <c:pt idx="51">
                  <c:v>56.238594241674868</c:v>
                </c:pt>
                <c:pt idx="52">
                  <c:v>49.615086311149085</c:v>
                </c:pt>
                <c:pt idx="53">
                  <c:v>71.657490444441763</c:v>
                </c:pt>
                <c:pt idx="54">
                  <c:v>56.410101292934527</c:v>
                </c:pt>
                <c:pt idx="55">
                  <c:v>52.938574578241209</c:v>
                </c:pt>
                <c:pt idx="56">
                  <c:v>45.948656995163915</c:v>
                </c:pt>
                <c:pt idx="57">
                  <c:v>48.964638007068928</c:v>
                </c:pt>
                <c:pt idx="58">
                  <c:v>59.993624104248191</c:v>
                </c:pt>
                <c:pt idx="59">
                  <c:v>79.197113677094677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5EC-4ED3-B8D8-9A9EFD17115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389875152"/>
        <c:axId val="1389871792"/>
      </c:lineChart>
      <c:catAx>
        <c:axId val="13898751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120000" spcFirstLastPara="1" vertOverflow="ellipsis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89871792"/>
        <c:crosses val="autoZero"/>
        <c:auto val="1"/>
        <c:lblAlgn val="ctr"/>
        <c:lblOffset val="100"/>
        <c:noMultiLvlLbl val="0"/>
      </c:catAx>
      <c:valAx>
        <c:axId val="13898717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8987515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7.5849275899015647E-2"/>
          <c:y val="0.29605130114475031"/>
          <c:w val="0.33463808322443084"/>
          <c:h val="0.1383355505595349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b="1" dirty="0">
                <a:solidFill>
                  <a:schemeClr val="tx1"/>
                </a:solidFill>
              </a:rPr>
              <a:t>Yearly</a:t>
            </a:r>
            <a:r>
              <a:rPr lang="en-US" b="1" baseline="0" dirty="0">
                <a:solidFill>
                  <a:schemeClr val="tx1"/>
                </a:solidFill>
              </a:rPr>
              <a:t> Price Chart</a:t>
            </a:r>
            <a:endParaRPr lang="en-US" b="1" dirty="0">
              <a:solidFill>
                <a:schemeClr val="tx1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5.4915967083636524E-2"/>
          <c:y val="0.16970482359217803"/>
          <c:w val="0.90883457456212102"/>
          <c:h val="0.70881637356439797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chemeClr val="accent6">
                <a:alpha val="75000"/>
              </a:schemeClr>
            </a:solidFill>
            <a:ln>
              <a:solidFill>
                <a:schemeClr val="tx1"/>
              </a:solidFill>
            </a:ln>
            <a:effectLst/>
          </c:spPr>
          <c:invertIfNegative val="0"/>
          <c:cat>
            <c:strRef>
              <c:f>'pivot tables'!$E$2:$E$7</c:f>
              <c:strCache>
                <c:ptCount val="6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</c:strCache>
            </c:strRef>
          </c:cat>
          <c:val>
            <c:numRef>
              <c:f>'pivot tables'!$F$2:$F$7</c:f>
              <c:numCache>
                <c:formatCode>General</c:formatCode>
                <c:ptCount val="6"/>
                <c:pt idx="0">
                  <c:v>37.898570490867726</c:v>
                </c:pt>
                <c:pt idx="1">
                  <c:v>30.343177083333437</c:v>
                </c:pt>
                <c:pt idx="2">
                  <c:v>98.251206050228149</c:v>
                </c:pt>
                <c:pt idx="3">
                  <c:v>237.52357477169028</c:v>
                </c:pt>
                <c:pt idx="4">
                  <c:v>95.037430650684428</c:v>
                </c:pt>
                <c:pt idx="5">
                  <c:v>77.84024390937968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C66-4189-B02E-C427F5EEE9C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288228368"/>
        <c:axId val="1288224528"/>
      </c:barChart>
      <c:catAx>
        <c:axId val="12882283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88224528"/>
        <c:crosses val="autoZero"/>
        <c:auto val="1"/>
        <c:lblAlgn val="ctr"/>
        <c:lblOffset val="100"/>
        <c:noMultiLvlLbl val="0"/>
      </c:catAx>
      <c:valAx>
        <c:axId val="12882245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8822836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[appended_day-ahead-prices_complete.xlsx]pivot tables!PivotTable16</c:name>
    <c:fmtId val="19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 dirty="0">
                <a:solidFill>
                  <a:schemeClr val="tx1"/>
                </a:solidFill>
              </a:rPr>
              <a:t>Day-Ahead</a:t>
            </a:r>
            <a:r>
              <a:rPr lang="en-US" b="1" baseline="0" dirty="0">
                <a:solidFill>
                  <a:schemeClr val="tx1"/>
                </a:solidFill>
              </a:rPr>
              <a:t> price for 2019 (Euro/MWh)</a:t>
            </a:r>
          </a:p>
        </c:rich>
      </c:tx>
      <c:layout>
        <c:manualLayout>
          <c:xMode val="edge"/>
          <c:yMode val="edge"/>
          <c:x val="0.1908119856913256"/>
          <c:y val="3.285775824710327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9525" cap="rnd">
            <a:solidFill>
              <a:srgbClr val="7030A0"/>
            </a:solidFill>
            <a:prstDash val="solid"/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9525" cap="rnd">
            <a:solidFill>
              <a:srgbClr val="7030A0"/>
            </a:solidFill>
            <a:prstDash val="solid"/>
            <a:round/>
          </a:ln>
          <a:effectLst/>
        </c:spPr>
        <c:marker>
          <c:symbol val="none"/>
        </c:marker>
      </c:pivotFmt>
      <c:pivotFmt>
        <c:idx val="2"/>
        <c:spPr>
          <a:solidFill>
            <a:schemeClr val="accent1"/>
          </a:solidFill>
          <a:ln w="9525" cap="rnd">
            <a:solidFill>
              <a:srgbClr val="7030A0"/>
            </a:solidFill>
            <a:prstDash val="solid"/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9525" cap="rnd">
            <a:solidFill>
              <a:srgbClr val="7030A0"/>
            </a:solidFill>
            <a:prstDash val="solid"/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8.6396280800829062E-2"/>
          <c:y val="0.1515111641333908"/>
          <c:w val="0.88724032459958435"/>
          <c:h val="0.68429665242227555"/>
        </c:manualLayout>
      </c:layout>
      <c:lineChart>
        <c:grouping val="standard"/>
        <c:varyColors val="0"/>
        <c:ser>
          <c:idx val="0"/>
          <c:order val="0"/>
          <c:tx>
            <c:strRef>
              <c:f>'pivot tables'!$K$41</c:f>
              <c:strCache>
                <c:ptCount val="1"/>
                <c:pt idx="0">
                  <c:v>Total</c:v>
                </c:pt>
              </c:strCache>
            </c:strRef>
          </c:tx>
          <c:spPr>
            <a:ln w="9525" cap="rnd">
              <a:solidFill>
                <a:schemeClr val="accent6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'pivot tables'!$J$42:$J$407</c:f>
              <c:strCache>
                <c:ptCount val="365"/>
                <c:pt idx="0">
                  <c:v>01.01</c:v>
                </c:pt>
                <c:pt idx="1">
                  <c:v>02.01</c:v>
                </c:pt>
                <c:pt idx="2">
                  <c:v>03.01</c:v>
                </c:pt>
                <c:pt idx="3">
                  <c:v>04.01</c:v>
                </c:pt>
                <c:pt idx="4">
                  <c:v>05.01</c:v>
                </c:pt>
                <c:pt idx="5">
                  <c:v>06.01</c:v>
                </c:pt>
                <c:pt idx="6">
                  <c:v>07.01</c:v>
                </c:pt>
                <c:pt idx="7">
                  <c:v>08.01</c:v>
                </c:pt>
                <c:pt idx="8">
                  <c:v>09.01</c:v>
                </c:pt>
                <c:pt idx="9">
                  <c:v>10.01</c:v>
                </c:pt>
                <c:pt idx="10">
                  <c:v>11.01</c:v>
                </c:pt>
                <c:pt idx="11">
                  <c:v>12.01</c:v>
                </c:pt>
                <c:pt idx="12">
                  <c:v>13.01</c:v>
                </c:pt>
                <c:pt idx="13">
                  <c:v>14.01</c:v>
                </c:pt>
                <c:pt idx="14">
                  <c:v>15.01</c:v>
                </c:pt>
                <c:pt idx="15">
                  <c:v>16.01</c:v>
                </c:pt>
                <c:pt idx="16">
                  <c:v>17.01</c:v>
                </c:pt>
                <c:pt idx="17">
                  <c:v>18.01</c:v>
                </c:pt>
                <c:pt idx="18">
                  <c:v>19.01</c:v>
                </c:pt>
                <c:pt idx="19">
                  <c:v>20.01</c:v>
                </c:pt>
                <c:pt idx="20">
                  <c:v>21.01</c:v>
                </c:pt>
                <c:pt idx="21">
                  <c:v>22.01</c:v>
                </c:pt>
                <c:pt idx="22">
                  <c:v>23.01</c:v>
                </c:pt>
                <c:pt idx="23">
                  <c:v>24.01</c:v>
                </c:pt>
                <c:pt idx="24">
                  <c:v>25.01</c:v>
                </c:pt>
                <c:pt idx="25">
                  <c:v>26.01</c:v>
                </c:pt>
                <c:pt idx="26">
                  <c:v>27.01</c:v>
                </c:pt>
                <c:pt idx="27">
                  <c:v>28.01</c:v>
                </c:pt>
                <c:pt idx="28">
                  <c:v>29.01</c:v>
                </c:pt>
                <c:pt idx="29">
                  <c:v>30.01</c:v>
                </c:pt>
                <c:pt idx="30">
                  <c:v>31.01</c:v>
                </c:pt>
                <c:pt idx="31">
                  <c:v>01.02</c:v>
                </c:pt>
                <c:pt idx="32">
                  <c:v>02.02</c:v>
                </c:pt>
                <c:pt idx="33">
                  <c:v>03.02</c:v>
                </c:pt>
                <c:pt idx="34">
                  <c:v>04.02</c:v>
                </c:pt>
                <c:pt idx="35">
                  <c:v>05.02</c:v>
                </c:pt>
                <c:pt idx="36">
                  <c:v>06.02</c:v>
                </c:pt>
                <c:pt idx="37">
                  <c:v>07.02</c:v>
                </c:pt>
                <c:pt idx="38">
                  <c:v>08.02</c:v>
                </c:pt>
                <c:pt idx="39">
                  <c:v>09.02</c:v>
                </c:pt>
                <c:pt idx="40">
                  <c:v>10.02</c:v>
                </c:pt>
                <c:pt idx="41">
                  <c:v>11.02</c:v>
                </c:pt>
                <c:pt idx="42">
                  <c:v>12.02</c:v>
                </c:pt>
                <c:pt idx="43">
                  <c:v>13.02</c:v>
                </c:pt>
                <c:pt idx="44">
                  <c:v>14.02</c:v>
                </c:pt>
                <c:pt idx="45">
                  <c:v>15.02</c:v>
                </c:pt>
                <c:pt idx="46">
                  <c:v>16.02</c:v>
                </c:pt>
                <c:pt idx="47">
                  <c:v>17.02</c:v>
                </c:pt>
                <c:pt idx="48">
                  <c:v>18.02</c:v>
                </c:pt>
                <c:pt idx="49">
                  <c:v>19.02</c:v>
                </c:pt>
                <c:pt idx="50">
                  <c:v>20.02</c:v>
                </c:pt>
                <c:pt idx="51">
                  <c:v>21.02</c:v>
                </c:pt>
                <c:pt idx="52">
                  <c:v>22.02</c:v>
                </c:pt>
                <c:pt idx="53">
                  <c:v>23.02</c:v>
                </c:pt>
                <c:pt idx="54">
                  <c:v>24.02</c:v>
                </c:pt>
                <c:pt idx="55">
                  <c:v>25.02</c:v>
                </c:pt>
                <c:pt idx="56">
                  <c:v>26.02</c:v>
                </c:pt>
                <c:pt idx="57">
                  <c:v>27.02</c:v>
                </c:pt>
                <c:pt idx="58">
                  <c:v>28.02</c:v>
                </c:pt>
                <c:pt idx="59">
                  <c:v>01.03</c:v>
                </c:pt>
                <c:pt idx="60">
                  <c:v>02.03</c:v>
                </c:pt>
                <c:pt idx="61">
                  <c:v>03.03</c:v>
                </c:pt>
                <c:pt idx="62">
                  <c:v>04.03</c:v>
                </c:pt>
                <c:pt idx="63">
                  <c:v>05.03</c:v>
                </c:pt>
                <c:pt idx="64">
                  <c:v>06.03</c:v>
                </c:pt>
                <c:pt idx="65">
                  <c:v>07.03</c:v>
                </c:pt>
                <c:pt idx="66">
                  <c:v>08.03</c:v>
                </c:pt>
                <c:pt idx="67">
                  <c:v>09.03</c:v>
                </c:pt>
                <c:pt idx="68">
                  <c:v>10.03</c:v>
                </c:pt>
                <c:pt idx="69">
                  <c:v>11.03</c:v>
                </c:pt>
                <c:pt idx="70">
                  <c:v>12.03</c:v>
                </c:pt>
                <c:pt idx="71">
                  <c:v>13.03</c:v>
                </c:pt>
                <c:pt idx="72">
                  <c:v>14.03</c:v>
                </c:pt>
                <c:pt idx="73">
                  <c:v>15.03</c:v>
                </c:pt>
                <c:pt idx="74">
                  <c:v>16.03</c:v>
                </c:pt>
                <c:pt idx="75">
                  <c:v>17.03</c:v>
                </c:pt>
                <c:pt idx="76">
                  <c:v>18.03</c:v>
                </c:pt>
                <c:pt idx="77">
                  <c:v>19.03</c:v>
                </c:pt>
                <c:pt idx="78">
                  <c:v>20.03</c:v>
                </c:pt>
                <c:pt idx="79">
                  <c:v>21.03</c:v>
                </c:pt>
                <c:pt idx="80">
                  <c:v>22.03</c:v>
                </c:pt>
                <c:pt idx="81">
                  <c:v>23.03</c:v>
                </c:pt>
                <c:pt idx="82">
                  <c:v>24.03</c:v>
                </c:pt>
                <c:pt idx="83">
                  <c:v>25.03</c:v>
                </c:pt>
                <c:pt idx="84">
                  <c:v>26.03</c:v>
                </c:pt>
                <c:pt idx="85">
                  <c:v>27.03</c:v>
                </c:pt>
                <c:pt idx="86">
                  <c:v>28.03</c:v>
                </c:pt>
                <c:pt idx="87">
                  <c:v>29.03</c:v>
                </c:pt>
                <c:pt idx="88">
                  <c:v>30.03</c:v>
                </c:pt>
                <c:pt idx="89">
                  <c:v>31.03</c:v>
                </c:pt>
                <c:pt idx="90">
                  <c:v>01.04</c:v>
                </c:pt>
                <c:pt idx="91">
                  <c:v>02.04</c:v>
                </c:pt>
                <c:pt idx="92">
                  <c:v>03.04</c:v>
                </c:pt>
                <c:pt idx="93">
                  <c:v>04.04</c:v>
                </c:pt>
                <c:pt idx="94">
                  <c:v>05.04</c:v>
                </c:pt>
                <c:pt idx="95">
                  <c:v>06.04</c:v>
                </c:pt>
                <c:pt idx="96">
                  <c:v>07.04</c:v>
                </c:pt>
                <c:pt idx="97">
                  <c:v>08.04</c:v>
                </c:pt>
                <c:pt idx="98">
                  <c:v>09.04</c:v>
                </c:pt>
                <c:pt idx="99">
                  <c:v>10.04</c:v>
                </c:pt>
                <c:pt idx="100">
                  <c:v>11.04</c:v>
                </c:pt>
                <c:pt idx="101">
                  <c:v>12.04</c:v>
                </c:pt>
                <c:pt idx="102">
                  <c:v>13.04</c:v>
                </c:pt>
                <c:pt idx="103">
                  <c:v>14.04</c:v>
                </c:pt>
                <c:pt idx="104">
                  <c:v>15.04</c:v>
                </c:pt>
                <c:pt idx="105">
                  <c:v>16.04</c:v>
                </c:pt>
                <c:pt idx="106">
                  <c:v>17.04</c:v>
                </c:pt>
                <c:pt idx="107">
                  <c:v>18.04</c:v>
                </c:pt>
                <c:pt idx="108">
                  <c:v>19.04</c:v>
                </c:pt>
                <c:pt idx="109">
                  <c:v>20.04</c:v>
                </c:pt>
                <c:pt idx="110">
                  <c:v>21.04</c:v>
                </c:pt>
                <c:pt idx="111">
                  <c:v>22.04</c:v>
                </c:pt>
                <c:pt idx="112">
                  <c:v>23.04</c:v>
                </c:pt>
                <c:pt idx="113">
                  <c:v>24.04</c:v>
                </c:pt>
                <c:pt idx="114">
                  <c:v>25.04</c:v>
                </c:pt>
                <c:pt idx="115">
                  <c:v>26.04</c:v>
                </c:pt>
                <c:pt idx="116">
                  <c:v>27.04</c:v>
                </c:pt>
                <c:pt idx="117">
                  <c:v>28.04</c:v>
                </c:pt>
                <c:pt idx="118">
                  <c:v>29.04</c:v>
                </c:pt>
                <c:pt idx="119">
                  <c:v>30.04</c:v>
                </c:pt>
                <c:pt idx="120">
                  <c:v>01.05</c:v>
                </c:pt>
                <c:pt idx="121">
                  <c:v>02.05</c:v>
                </c:pt>
                <c:pt idx="122">
                  <c:v>03.05</c:v>
                </c:pt>
                <c:pt idx="123">
                  <c:v>04.05</c:v>
                </c:pt>
                <c:pt idx="124">
                  <c:v>05.05</c:v>
                </c:pt>
                <c:pt idx="125">
                  <c:v>06.05</c:v>
                </c:pt>
                <c:pt idx="126">
                  <c:v>07.05</c:v>
                </c:pt>
                <c:pt idx="127">
                  <c:v>08.05</c:v>
                </c:pt>
                <c:pt idx="128">
                  <c:v>09.05</c:v>
                </c:pt>
                <c:pt idx="129">
                  <c:v>10.05</c:v>
                </c:pt>
                <c:pt idx="130">
                  <c:v>11.05</c:v>
                </c:pt>
                <c:pt idx="131">
                  <c:v>12.05</c:v>
                </c:pt>
                <c:pt idx="132">
                  <c:v>13.05</c:v>
                </c:pt>
                <c:pt idx="133">
                  <c:v>14.05</c:v>
                </c:pt>
                <c:pt idx="134">
                  <c:v>15.05</c:v>
                </c:pt>
                <c:pt idx="135">
                  <c:v>16.05</c:v>
                </c:pt>
                <c:pt idx="136">
                  <c:v>17.05</c:v>
                </c:pt>
                <c:pt idx="137">
                  <c:v>18.05</c:v>
                </c:pt>
                <c:pt idx="138">
                  <c:v>19.05</c:v>
                </c:pt>
                <c:pt idx="139">
                  <c:v>20.05</c:v>
                </c:pt>
                <c:pt idx="140">
                  <c:v>21.05</c:v>
                </c:pt>
                <c:pt idx="141">
                  <c:v>22.05</c:v>
                </c:pt>
                <c:pt idx="142">
                  <c:v>23.05</c:v>
                </c:pt>
                <c:pt idx="143">
                  <c:v>24.05</c:v>
                </c:pt>
                <c:pt idx="144">
                  <c:v>25.05</c:v>
                </c:pt>
                <c:pt idx="145">
                  <c:v>26.05</c:v>
                </c:pt>
                <c:pt idx="146">
                  <c:v>27.05</c:v>
                </c:pt>
                <c:pt idx="147">
                  <c:v>28.05</c:v>
                </c:pt>
                <c:pt idx="148">
                  <c:v>29.05</c:v>
                </c:pt>
                <c:pt idx="149">
                  <c:v>30.05</c:v>
                </c:pt>
                <c:pt idx="150">
                  <c:v>31.05</c:v>
                </c:pt>
                <c:pt idx="151">
                  <c:v>01.06</c:v>
                </c:pt>
                <c:pt idx="152">
                  <c:v>02.06</c:v>
                </c:pt>
                <c:pt idx="153">
                  <c:v>03.06</c:v>
                </c:pt>
                <c:pt idx="154">
                  <c:v>04.06</c:v>
                </c:pt>
                <c:pt idx="155">
                  <c:v>05.06</c:v>
                </c:pt>
                <c:pt idx="156">
                  <c:v>06.06</c:v>
                </c:pt>
                <c:pt idx="157">
                  <c:v>07.06</c:v>
                </c:pt>
                <c:pt idx="158">
                  <c:v>08.06</c:v>
                </c:pt>
                <c:pt idx="159">
                  <c:v>09.06</c:v>
                </c:pt>
                <c:pt idx="160">
                  <c:v>10.06</c:v>
                </c:pt>
                <c:pt idx="161">
                  <c:v>11.06</c:v>
                </c:pt>
                <c:pt idx="162">
                  <c:v>12.06</c:v>
                </c:pt>
                <c:pt idx="163">
                  <c:v>13.06</c:v>
                </c:pt>
                <c:pt idx="164">
                  <c:v>14.06</c:v>
                </c:pt>
                <c:pt idx="165">
                  <c:v>15.06</c:v>
                </c:pt>
                <c:pt idx="166">
                  <c:v>16.06</c:v>
                </c:pt>
                <c:pt idx="167">
                  <c:v>17.06</c:v>
                </c:pt>
                <c:pt idx="168">
                  <c:v>18.06</c:v>
                </c:pt>
                <c:pt idx="169">
                  <c:v>19.06</c:v>
                </c:pt>
                <c:pt idx="170">
                  <c:v>20.06</c:v>
                </c:pt>
                <c:pt idx="171">
                  <c:v>21.06</c:v>
                </c:pt>
                <c:pt idx="172">
                  <c:v>22.06</c:v>
                </c:pt>
                <c:pt idx="173">
                  <c:v>23.06</c:v>
                </c:pt>
                <c:pt idx="174">
                  <c:v>24.06</c:v>
                </c:pt>
                <c:pt idx="175">
                  <c:v>25.06</c:v>
                </c:pt>
                <c:pt idx="176">
                  <c:v>26.06</c:v>
                </c:pt>
                <c:pt idx="177">
                  <c:v>27.06</c:v>
                </c:pt>
                <c:pt idx="178">
                  <c:v>28.06</c:v>
                </c:pt>
                <c:pt idx="179">
                  <c:v>29.06</c:v>
                </c:pt>
                <c:pt idx="180">
                  <c:v>30.06</c:v>
                </c:pt>
                <c:pt idx="181">
                  <c:v>01.07</c:v>
                </c:pt>
                <c:pt idx="182">
                  <c:v>02.07</c:v>
                </c:pt>
                <c:pt idx="183">
                  <c:v>03.07</c:v>
                </c:pt>
                <c:pt idx="184">
                  <c:v>04.07</c:v>
                </c:pt>
                <c:pt idx="185">
                  <c:v>05.07</c:v>
                </c:pt>
                <c:pt idx="186">
                  <c:v>06.07</c:v>
                </c:pt>
                <c:pt idx="187">
                  <c:v>07.07</c:v>
                </c:pt>
                <c:pt idx="188">
                  <c:v>08.07</c:v>
                </c:pt>
                <c:pt idx="189">
                  <c:v>09.07</c:v>
                </c:pt>
                <c:pt idx="190">
                  <c:v>10.07</c:v>
                </c:pt>
                <c:pt idx="191">
                  <c:v>11.07</c:v>
                </c:pt>
                <c:pt idx="192">
                  <c:v>12.07</c:v>
                </c:pt>
                <c:pt idx="193">
                  <c:v>13.07</c:v>
                </c:pt>
                <c:pt idx="194">
                  <c:v>14.07</c:v>
                </c:pt>
                <c:pt idx="195">
                  <c:v>15.07</c:v>
                </c:pt>
                <c:pt idx="196">
                  <c:v>16.07</c:v>
                </c:pt>
                <c:pt idx="197">
                  <c:v>17.07</c:v>
                </c:pt>
                <c:pt idx="198">
                  <c:v>18.07</c:v>
                </c:pt>
                <c:pt idx="199">
                  <c:v>19.07</c:v>
                </c:pt>
                <c:pt idx="200">
                  <c:v>20.07</c:v>
                </c:pt>
                <c:pt idx="201">
                  <c:v>21.07</c:v>
                </c:pt>
                <c:pt idx="202">
                  <c:v>22.07</c:v>
                </c:pt>
                <c:pt idx="203">
                  <c:v>23.07</c:v>
                </c:pt>
                <c:pt idx="204">
                  <c:v>24.07</c:v>
                </c:pt>
                <c:pt idx="205">
                  <c:v>25.07</c:v>
                </c:pt>
                <c:pt idx="206">
                  <c:v>26.07</c:v>
                </c:pt>
                <c:pt idx="207">
                  <c:v>27.07</c:v>
                </c:pt>
                <c:pt idx="208">
                  <c:v>28.07</c:v>
                </c:pt>
                <c:pt idx="209">
                  <c:v>29.07</c:v>
                </c:pt>
                <c:pt idx="210">
                  <c:v>30.07</c:v>
                </c:pt>
                <c:pt idx="211">
                  <c:v>31.07</c:v>
                </c:pt>
                <c:pt idx="212">
                  <c:v>01.08</c:v>
                </c:pt>
                <c:pt idx="213">
                  <c:v>02.08</c:v>
                </c:pt>
                <c:pt idx="214">
                  <c:v>03.08</c:v>
                </c:pt>
                <c:pt idx="215">
                  <c:v>04.08</c:v>
                </c:pt>
                <c:pt idx="216">
                  <c:v>05.08</c:v>
                </c:pt>
                <c:pt idx="217">
                  <c:v>06.08</c:v>
                </c:pt>
                <c:pt idx="218">
                  <c:v>07.08</c:v>
                </c:pt>
                <c:pt idx="219">
                  <c:v>08.08</c:v>
                </c:pt>
                <c:pt idx="220">
                  <c:v>09.08</c:v>
                </c:pt>
                <c:pt idx="221">
                  <c:v>10.08</c:v>
                </c:pt>
                <c:pt idx="222">
                  <c:v>11.08</c:v>
                </c:pt>
                <c:pt idx="223">
                  <c:v>12.08</c:v>
                </c:pt>
                <c:pt idx="224">
                  <c:v>13.08</c:v>
                </c:pt>
                <c:pt idx="225">
                  <c:v>14.08</c:v>
                </c:pt>
                <c:pt idx="226">
                  <c:v>15.08</c:v>
                </c:pt>
                <c:pt idx="227">
                  <c:v>16.08</c:v>
                </c:pt>
                <c:pt idx="228">
                  <c:v>17.08</c:v>
                </c:pt>
                <c:pt idx="229">
                  <c:v>18.08</c:v>
                </c:pt>
                <c:pt idx="230">
                  <c:v>19.08</c:v>
                </c:pt>
                <c:pt idx="231">
                  <c:v>20.08</c:v>
                </c:pt>
                <c:pt idx="232">
                  <c:v>21.08</c:v>
                </c:pt>
                <c:pt idx="233">
                  <c:v>22.08</c:v>
                </c:pt>
                <c:pt idx="234">
                  <c:v>23.08</c:v>
                </c:pt>
                <c:pt idx="235">
                  <c:v>24.08</c:v>
                </c:pt>
                <c:pt idx="236">
                  <c:v>25.08</c:v>
                </c:pt>
                <c:pt idx="237">
                  <c:v>26.08</c:v>
                </c:pt>
                <c:pt idx="238">
                  <c:v>27.08</c:v>
                </c:pt>
                <c:pt idx="239">
                  <c:v>28.08</c:v>
                </c:pt>
                <c:pt idx="240">
                  <c:v>29.08</c:v>
                </c:pt>
                <c:pt idx="241">
                  <c:v>30.08</c:v>
                </c:pt>
                <c:pt idx="242">
                  <c:v>31.08</c:v>
                </c:pt>
                <c:pt idx="243">
                  <c:v>01.09</c:v>
                </c:pt>
                <c:pt idx="244">
                  <c:v>02.09</c:v>
                </c:pt>
                <c:pt idx="245">
                  <c:v>03.09</c:v>
                </c:pt>
                <c:pt idx="246">
                  <c:v>04.09</c:v>
                </c:pt>
                <c:pt idx="247">
                  <c:v>05.09</c:v>
                </c:pt>
                <c:pt idx="248">
                  <c:v>06.09</c:v>
                </c:pt>
                <c:pt idx="249">
                  <c:v>07.09</c:v>
                </c:pt>
                <c:pt idx="250">
                  <c:v>08.09</c:v>
                </c:pt>
                <c:pt idx="251">
                  <c:v>09.09</c:v>
                </c:pt>
                <c:pt idx="252">
                  <c:v>10.09</c:v>
                </c:pt>
                <c:pt idx="253">
                  <c:v>11.09</c:v>
                </c:pt>
                <c:pt idx="254">
                  <c:v>12.09</c:v>
                </c:pt>
                <c:pt idx="255">
                  <c:v>13.09</c:v>
                </c:pt>
                <c:pt idx="256">
                  <c:v>14.09</c:v>
                </c:pt>
                <c:pt idx="257">
                  <c:v>15.09</c:v>
                </c:pt>
                <c:pt idx="258">
                  <c:v>16.09</c:v>
                </c:pt>
                <c:pt idx="259">
                  <c:v>17.09</c:v>
                </c:pt>
                <c:pt idx="260">
                  <c:v>18.09</c:v>
                </c:pt>
                <c:pt idx="261">
                  <c:v>19.09</c:v>
                </c:pt>
                <c:pt idx="262">
                  <c:v>20.09</c:v>
                </c:pt>
                <c:pt idx="263">
                  <c:v>21.09</c:v>
                </c:pt>
                <c:pt idx="264">
                  <c:v>22.09</c:v>
                </c:pt>
                <c:pt idx="265">
                  <c:v>23.09</c:v>
                </c:pt>
                <c:pt idx="266">
                  <c:v>24.09</c:v>
                </c:pt>
                <c:pt idx="267">
                  <c:v>25.09</c:v>
                </c:pt>
                <c:pt idx="268">
                  <c:v>26.09</c:v>
                </c:pt>
                <c:pt idx="269">
                  <c:v>27.09</c:v>
                </c:pt>
                <c:pt idx="270">
                  <c:v>28.09</c:v>
                </c:pt>
                <c:pt idx="271">
                  <c:v>29.09</c:v>
                </c:pt>
                <c:pt idx="272">
                  <c:v>30.09</c:v>
                </c:pt>
                <c:pt idx="273">
                  <c:v>01.10</c:v>
                </c:pt>
                <c:pt idx="274">
                  <c:v>02.10</c:v>
                </c:pt>
                <c:pt idx="275">
                  <c:v>03.10</c:v>
                </c:pt>
                <c:pt idx="276">
                  <c:v>04.10</c:v>
                </c:pt>
                <c:pt idx="277">
                  <c:v>05.10</c:v>
                </c:pt>
                <c:pt idx="278">
                  <c:v>06.10</c:v>
                </c:pt>
                <c:pt idx="279">
                  <c:v>07.10</c:v>
                </c:pt>
                <c:pt idx="280">
                  <c:v>08.10</c:v>
                </c:pt>
                <c:pt idx="281">
                  <c:v>09.10</c:v>
                </c:pt>
                <c:pt idx="282">
                  <c:v>10.10</c:v>
                </c:pt>
                <c:pt idx="283">
                  <c:v>11.10</c:v>
                </c:pt>
                <c:pt idx="284">
                  <c:v>12.10</c:v>
                </c:pt>
                <c:pt idx="285">
                  <c:v>13.10</c:v>
                </c:pt>
                <c:pt idx="286">
                  <c:v>14.10</c:v>
                </c:pt>
                <c:pt idx="287">
                  <c:v>15.10</c:v>
                </c:pt>
                <c:pt idx="288">
                  <c:v>16.10</c:v>
                </c:pt>
                <c:pt idx="289">
                  <c:v>17.10</c:v>
                </c:pt>
                <c:pt idx="290">
                  <c:v>18.10</c:v>
                </c:pt>
                <c:pt idx="291">
                  <c:v>19.10</c:v>
                </c:pt>
                <c:pt idx="292">
                  <c:v>20.10</c:v>
                </c:pt>
                <c:pt idx="293">
                  <c:v>21.10</c:v>
                </c:pt>
                <c:pt idx="294">
                  <c:v>22.10</c:v>
                </c:pt>
                <c:pt idx="295">
                  <c:v>23.10</c:v>
                </c:pt>
                <c:pt idx="296">
                  <c:v>24.10</c:v>
                </c:pt>
                <c:pt idx="297">
                  <c:v>25.10</c:v>
                </c:pt>
                <c:pt idx="298">
                  <c:v>26.10</c:v>
                </c:pt>
                <c:pt idx="299">
                  <c:v>27.10</c:v>
                </c:pt>
                <c:pt idx="300">
                  <c:v>28.10</c:v>
                </c:pt>
                <c:pt idx="301">
                  <c:v>29.10</c:v>
                </c:pt>
                <c:pt idx="302">
                  <c:v>30.10</c:v>
                </c:pt>
                <c:pt idx="303">
                  <c:v>31.10</c:v>
                </c:pt>
                <c:pt idx="304">
                  <c:v>01.11</c:v>
                </c:pt>
                <c:pt idx="305">
                  <c:v>02.11</c:v>
                </c:pt>
                <c:pt idx="306">
                  <c:v>03.11</c:v>
                </c:pt>
                <c:pt idx="307">
                  <c:v>04.11</c:v>
                </c:pt>
                <c:pt idx="308">
                  <c:v>05.11</c:v>
                </c:pt>
                <c:pt idx="309">
                  <c:v>06.11</c:v>
                </c:pt>
                <c:pt idx="310">
                  <c:v>07.11</c:v>
                </c:pt>
                <c:pt idx="311">
                  <c:v>08.11</c:v>
                </c:pt>
                <c:pt idx="312">
                  <c:v>09.11</c:v>
                </c:pt>
                <c:pt idx="313">
                  <c:v>10.11</c:v>
                </c:pt>
                <c:pt idx="314">
                  <c:v>11.11</c:v>
                </c:pt>
                <c:pt idx="315">
                  <c:v>12.11</c:v>
                </c:pt>
                <c:pt idx="316">
                  <c:v>13.11</c:v>
                </c:pt>
                <c:pt idx="317">
                  <c:v>14.11</c:v>
                </c:pt>
                <c:pt idx="318">
                  <c:v>15.11</c:v>
                </c:pt>
                <c:pt idx="319">
                  <c:v>16.11</c:v>
                </c:pt>
                <c:pt idx="320">
                  <c:v>17.11</c:v>
                </c:pt>
                <c:pt idx="321">
                  <c:v>18.11</c:v>
                </c:pt>
                <c:pt idx="322">
                  <c:v>19.11</c:v>
                </c:pt>
                <c:pt idx="323">
                  <c:v>20.11</c:v>
                </c:pt>
                <c:pt idx="324">
                  <c:v>21.11</c:v>
                </c:pt>
                <c:pt idx="325">
                  <c:v>22.11</c:v>
                </c:pt>
                <c:pt idx="326">
                  <c:v>23.11</c:v>
                </c:pt>
                <c:pt idx="327">
                  <c:v>24.11</c:v>
                </c:pt>
                <c:pt idx="328">
                  <c:v>25.11</c:v>
                </c:pt>
                <c:pt idx="329">
                  <c:v>26.11</c:v>
                </c:pt>
                <c:pt idx="330">
                  <c:v>27.11</c:v>
                </c:pt>
                <c:pt idx="331">
                  <c:v>28.11</c:v>
                </c:pt>
                <c:pt idx="332">
                  <c:v>29.11</c:v>
                </c:pt>
                <c:pt idx="333">
                  <c:v>30.11</c:v>
                </c:pt>
                <c:pt idx="334">
                  <c:v>01.12</c:v>
                </c:pt>
                <c:pt idx="335">
                  <c:v>02.12</c:v>
                </c:pt>
                <c:pt idx="336">
                  <c:v>03.12</c:v>
                </c:pt>
                <c:pt idx="337">
                  <c:v>04.12</c:v>
                </c:pt>
                <c:pt idx="338">
                  <c:v>05.12</c:v>
                </c:pt>
                <c:pt idx="339">
                  <c:v>06.12</c:v>
                </c:pt>
                <c:pt idx="340">
                  <c:v>07.12</c:v>
                </c:pt>
                <c:pt idx="341">
                  <c:v>08.12</c:v>
                </c:pt>
                <c:pt idx="342">
                  <c:v>09.12</c:v>
                </c:pt>
                <c:pt idx="343">
                  <c:v>10.12</c:v>
                </c:pt>
                <c:pt idx="344">
                  <c:v>11.12</c:v>
                </c:pt>
                <c:pt idx="345">
                  <c:v>12.12</c:v>
                </c:pt>
                <c:pt idx="346">
                  <c:v>13.12</c:v>
                </c:pt>
                <c:pt idx="347">
                  <c:v>14.12</c:v>
                </c:pt>
                <c:pt idx="348">
                  <c:v>15.12</c:v>
                </c:pt>
                <c:pt idx="349">
                  <c:v>16.12</c:v>
                </c:pt>
                <c:pt idx="350">
                  <c:v>17.12</c:v>
                </c:pt>
                <c:pt idx="351">
                  <c:v>18.12</c:v>
                </c:pt>
                <c:pt idx="352">
                  <c:v>19.12</c:v>
                </c:pt>
                <c:pt idx="353">
                  <c:v>20.12</c:v>
                </c:pt>
                <c:pt idx="354">
                  <c:v>21.12</c:v>
                </c:pt>
                <c:pt idx="355">
                  <c:v>22.12</c:v>
                </c:pt>
                <c:pt idx="356">
                  <c:v>23.12</c:v>
                </c:pt>
                <c:pt idx="357">
                  <c:v>24.12</c:v>
                </c:pt>
                <c:pt idx="358">
                  <c:v>25.12</c:v>
                </c:pt>
                <c:pt idx="359">
                  <c:v>26.12</c:v>
                </c:pt>
                <c:pt idx="360">
                  <c:v>27.12</c:v>
                </c:pt>
                <c:pt idx="361">
                  <c:v>28.12</c:v>
                </c:pt>
                <c:pt idx="362">
                  <c:v>29.12</c:v>
                </c:pt>
                <c:pt idx="363">
                  <c:v>30.12</c:v>
                </c:pt>
                <c:pt idx="364">
                  <c:v>31.12</c:v>
                </c:pt>
              </c:strCache>
            </c:strRef>
          </c:cat>
          <c:val>
            <c:numRef>
              <c:f>'pivot tables'!$K$42:$K$407</c:f>
              <c:numCache>
                <c:formatCode>General</c:formatCode>
                <c:ptCount val="365"/>
                <c:pt idx="0">
                  <c:v>-3.8008333333333315</c:v>
                </c:pt>
                <c:pt idx="1">
                  <c:v>37.506354166666661</c:v>
                </c:pt>
                <c:pt idx="2">
                  <c:v>58.213854166666671</c:v>
                </c:pt>
                <c:pt idx="3">
                  <c:v>49.77812500000001</c:v>
                </c:pt>
                <c:pt idx="4">
                  <c:v>41.251770833333332</c:v>
                </c:pt>
                <c:pt idx="5">
                  <c:v>49.40104166666665</c:v>
                </c:pt>
                <c:pt idx="6">
                  <c:v>61.088854166666664</c:v>
                </c:pt>
                <c:pt idx="7">
                  <c:v>29.138854166666675</c:v>
                </c:pt>
                <c:pt idx="8">
                  <c:v>42.001145833333318</c:v>
                </c:pt>
                <c:pt idx="9">
                  <c:v>65.698437499999969</c:v>
                </c:pt>
                <c:pt idx="10">
                  <c:v>52.956250000000004</c:v>
                </c:pt>
                <c:pt idx="11">
                  <c:v>40.948645833333337</c:v>
                </c:pt>
                <c:pt idx="12">
                  <c:v>16.761875</c:v>
                </c:pt>
                <c:pt idx="13">
                  <c:v>31.997604166666658</c:v>
                </c:pt>
                <c:pt idx="14">
                  <c:v>44.438645833333332</c:v>
                </c:pt>
                <c:pt idx="15">
                  <c:v>46.849791666666654</c:v>
                </c:pt>
                <c:pt idx="16">
                  <c:v>45.498020833333335</c:v>
                </c:pt>
                <c:pt idx="17">
                  <c:v>63.039374999999978</c:v>
                </c:pt>
                <c:pt idx="18">
                  <c:v>56.865208333333321</c:v>
                </c:pt>
                <c:pt idx="19">
                  <c:v>56.748333333333363</c:v>
                </c:pt>
                <c:pt idx="20">
                  <c:v>72.447083333333339</c:v>
                </c:pt>
                <c:pt idx="21">
                  <c:v>61.814166666666694</c:v>
                </c:pt>
                <c:pt idx="22">
                  <c:v>70.920208333333335</c:v>
                </c:pt>
                <c:pt idx="23">
                  <c:v>82.373645833333342</c:v>
                </c:pt>
                <c:pt idx="24">
                  <c:v>68.802499999999995</c:v>
                </c:pt>
                <c:pt idx="25">
                  <c:v>48.990520833333335</c:v>
                </c:pt>
                <c:pt idx="26">
                  <c:v>40.250208333333326</c:v>
                </c:pt>
                <c:pt idx="27">
                  <c:v>55.995104166666671</c:v>
                </c:pt>
                <c:pt idx="28">
                  <c:v>59.50708333333332</c:v>
                </c:pt>
                <c:pt idx="29">
                  <c:v>55.55104166666667</c:v>
                </c:pt>
                <c:pt idx="30">
                  <c:v>60.751875000000005</c:v>
                </c:pt>
                <c:pt idx="31">
                  <c:v>54.740833333333349</c:v>
                </c:pt>
                <c:pt idx="32">
                  <c:v>51.514479166666668</c:v>
                </c:pt>
                <c:pt idx="33">
                  <c:v>47.250312500000014</c:v>
                </c:pt>
                <c:pt idx="34">
                  <c:v>53.944479166666667</c:v>
                </c:pt>
                <c:pt idx="35">
                  <c:v>53.401249999999997</c:v>
                </c:pt>
                <c:pt idx="36">
                  <c:v>52.455729166666657</c:v>
                </c:pt>
                <c:pt idx="37">
                  <c:v>41.949791666666648</c:v>
                </c:pt>
                <c:pt idx="38">
                  <c:v>40.059374999999996</c:v>
                </c:pt>
                <c:pt idx="39">
                  <c:v>8.1889583333333338</c:v>
                </c:pt>
                <c:pt idx="40">
                  <c:v>23.501354166666658</c:v>
                </c:pt>
                <c:pt idx="41">
                  <c:v>35.280520833333334</c:v>
                </c:pt>
                <c:pt idx="42">
                  <c:v>47.552916666666682</c:v>
                </c:pt>
                <c:pt idx="43">
                  <c:v>46.104166666666664</c:v>
                </c:pt>
                <c:pt idx="44">
                  <c:v>49.944375000000001</c:v>
                </c:pt>
                <c:pt idx="45">
                  <c:v>46.750937500000013</c:v>
                </c:pt>
                <c:pt idx="46">
                  <c:v>39.268437499999997</c:v>
                </c:pt>
                <c:pt idx="47">
                  <c:v>39.498749999999994</c:v>
                </c:pt>
                <c:pt idx="48">
                  <c:v>46.147187500000022</c:v>
                </c:pt>
                <c:pt idx="49">
                  <c:v>41.748958333333327</c:v>
                </c:pt>
                <c:pt idx="50">
                  <c:v>44.895833333333336</c:v>
                </c:pt>
                <c:pt idx="51">
                  <c:v>44.251666666666686</c:v>
                </c:pt>
                <c:pt idx="52">
                  <c:v>46.556562500000013</c:v>
                </c:pt>
                <c:pt idx="53">
                  <c:v>40.309791666666669</c:v>
                </c:pt>
                <c:pt idx="54">
                  <c:v>40.201979166666682</c:v>
                </c:pt>
                <c:pt idx="55">
                  <c:v>46.499062500000015</c:v>
                </c:pt>
                <c:pt idx="56">
                  <c:v>44.402500000000011</c:v>
                </c:pt>
                <c:pt idx="57">
                  <c:v>43.100104166666675</c:v>
                </c:pt>
                <c:pt idx="58">
                  <c:v>40.352187499999999</c:v>
                </c:pt>
                <c:pt idx="59">
                  <c:v>45.59395833333334</c:v>
                </c:pt>
                <c:pt idx="60">
                  <c:v>39.650416666666686</c:v>
                </c:pt>
                <c:pt idx="61">
                  <c:v>13.501874999999998</c:v>
                </c:pt>
                <c:pt idx="62">
                  <c:v>23.116354166666664</c:v>
                </c:pt>
                <c:pt idx="63">
                  <c:v>27.10208333333334</c:v>
                </c:pt>
                <c:pt idx="64">
                  <c:v>38.847291666666649</c:v>
                </c:pt>
                <c:pt idx="65">
                  <c:v>29.651354166666664</c:v>
                </c:pt>
                <c:pt idx="66">
                  <c:v>27.502604166666671</c:v>
                </c:pt>
                <c:pt idx="67">
                  <c:v>11.008333333333335</c:v>
                </c:pt>
                <c:pt idx="68">
                  <c:v>15.008541666666666</c:v>
                </c:pt>
                <c:pt idx="69">
                  <c:v>29.39833333333333</c:v>
                </c:pt>
                <c:pt idx="70">
                  <c:v>37.237708333333352</c:v>
                </c:pt>
                <c:pt idx="71">
                  <c:v>21.628749999999993</c:v>
                </c:pt>
                <c:pt idx="72">
                  <c:v>30.501979166666661</c:v>
                </c:pt>
                <c:pt idx="73">
                  <c:v>27.778125000000006</c:v>
                </c:pt>
                <c:pt idx="74">
                  <c:v>20.276145833333327</c:v>
                </c:pt>
                <c:pt idx="75">
                  <c:v>0.99177083333333205</c:v>
                </c:pt>
                <c:pt idx="76">
                  <c:v>31.998229166666686</c:v>
                </c:pt>
                <c:pt idx="77">
                  <c:v>45.000416666666659</c:v>
                </c:pt>
                <c:pt idx="78">
                  <c:v>42.497812499999995</c:v>
                </c:pt>
                <c:pt idx="79">
                  <c:v>40.386562500000011</c:v>
                </c:pt>
                <c:pt idx="80">
                  <c:v>40.633958333333318</c:v>
                </c:pt>
                <c:pt idx="81">
                  <c:v>33.624270833333327</c:v>
                </c:pt>
                <c:pt idx="82">
                  <c:v>29.999270833333338</c:v>
                </c:pt>
                <c:pt idx="83">
                  <c:v>31.59093750000001</c:v>
                </c:pt>
                <c:pt idx="84">
                  <c:v>37.572500000000019</c:v>
                </c:pt>
                <c:pt idx="85">
                  <c:v>39.977916666666673</c:v>
                </c:pt>
                <c:pt idx="86">
                  <c:v>41.812500000000007</c:v>
                </c:pt>
                <c:pt idx="87">
                  <c:v>38.847291666666671</c:v>
                </c:pt>
                <c:pt idx="88">
                  <c:v>34.058958333333329</c:v>
                </c:pt>
                <c:pt idx="89">
                  <c:v>27.800869565217379</c:v>
                </c:pt>
                <c:pt idx="90">
                  <c:v>38.424999999999997</c:v>
                </c:pt>
                <c:pt idx="91">
                  <c:v>34.945104166666674</c:v>
                </c:pt>
                <c:pt idx="92">
                  <c:v>41.306770833333324</c:v>
                </c:pt>
                <c:pt idx="93">
                  <c:v>42.01250000000001</c:v>
                </c:pt>
                <c:pt idx="94">
                  <c:v>41.902291666666663</c:v>
                </c:pt>
                <c:pt idx="95">
                  <c:v>36.128333333333323</c:v>
                </c:pt>
                <c:pt idx="96">
                  <c:v>32.386250000000011</c:v>
                </c:pt>
                <c:pt idx="97">
                  <c:v>40.563645833333318</c:v>
                </c:pt>
                <c:pt idx="98">
                  <c:v>42.290833333333339</c:v>
                </c:pt>
                <c:pt idx="99">
                  <c:v>42.490104166666654</c:v>
                </c:pt>
                <c:pt idx="100">
                  <c:v>45.146979166666661</c:v>
                </c:pt>
                <c:pt idx="101">
                  <c:v>45.230624999999996</c:v>
                </c:pt>
                <c:pt idx="102">
                  <c:v>41.002812499999997</c:v>
                </c:pt>
                <c:pt idx="103">
                  <c:v>34.552708333333328</c:v>
                </c:pt>
                <c:pt idx="104">
                  <c:v>40.000729166666666</c:v>
                </c:pt>
                <c:pt idx="105">
                  <c:v>41.239062499999996</c:v>
                </c:pt>
                <c:pt idx="106">
                  <c:v>41.858645833333348</c:v>
                </c:pt>
                <c:pt idx="107">
                  <c:v>37.947916666666679</c:v>
                </c:pt>
                <c:pt idx="108">
                  <c:v>30.940729166666667</c:v>
                </c:pt>
                <c:pt idx="109">
                  <c:v>36.908125000000005</c:v>
                </c:pt>
                <c:pt idx="110">
                  <c:v>32.051979166666676</c:v>
                </c:pt>
                <c:pt idx="111">
                  <c:v>18.481979166666665</c:v>
                </c:pt>
                <c:pt idx="112">
                  <c:v>34.002916666666664</c:v>
                </c:pt>
                <c:pt idx="113">
                  <c:v>33.303958333333334</c:v>
                </c:pt>
                <c:pt idx="114">
                  <c:v>38.927708333333335</c:v>
                </c:pt>
                <c:pt idx="115">
                  <c:v>42.575625000000002</c:v>
                </c:pt>
                <c:pt idx="116">
                  <c:v>33.491250000000008</c:v>
                </c:pt>
                <c:pt idx="117">
                  <c:v>34.000624999999999</c:v>
                </c:pt>
                <c:pt idx="118">
                  <c:v>45.749374999999993</c:v>
                </c:pt>
                <c:pt idx="119">
                  <c:v>42.532708333333332</c:v>
                </c:pt>
                <c:pt idx="120">
                  <c:v>28.002083333333331</c:v>
                </c:pt>
                <c:pt idx="121">
                  <c:v>35.349062499999988</c:v>
                </c:pt>
                <c:pt idx="122">
                  <c:v>39.050833333333344</c:v>
                </c:pt>
                <c:pt idx="123">
                  <c:v>37.500520833333333</c:v>
                </c:pt>
                <c:pt idx="124">
                  <c:v>32.251875000000005</c:v>
                </c:pt>
                <c:pt idx="125">
                  <c:v>42.740937500000008</c:v>
                </c:pt>
                <c:pt idx="126">
                  <c:v>48.4378125</c:v>
                </c:pt>
                <c:pt idx="127">
                  <c:v>42.119375000000012</c:v>
                </c:pt>
                <c:pt idx="128">
                  <c:v>42.380208333333336</c:v>
                </c:pt>
                <c:pt idx="129">
                  <c:v>45.00020833333334</c:v>
                </c:pt>
                <c:pt idx="130">
                  <c:v>38.412291666666675</c:v>
                </c:pt>
                <c:pt idx="131">
                  <c:v>21.116874999999997</c:v>
                </c:pt>
                <c:pt idx="132">
                  <c:v>41.495624999999997</c:v>
                </c:pt>
                <c:pt idx="133">
                  <c:v>42.258437499999985</c:v>
                </c:pt>
                <c:pt idx="134">
                  <c:v>42.305833333333332</c:v>
                </c:pt>
                <c:pt idx="135">
                  <c:v>41.988958333333322</c:v>
                </c:pt>
                <c:pt idx="136">
                  <c:v>40.497187499999995</c:v>
                </c:pt>
                <c:pt idx="137">
                  <c:v>36.747916666666697</c:v>
                </c:pt>
                <c:pt idx="138">
                  <c:v>34.48364583333332</c:v>
                </c:pt>
                <c:pt idx="139">
                  <c:v>45.998020833333349</c:v>
                </c:pt>
                <c:pt idx="140">
                  <c:v>41.860833333333325</c:v>
                </c:pt>
                <c:pt idx="141">
                  <c:v>40.238333333333337</c:v>
                </c:pt>
                <c:pt idx="142">
                  <c:v>43.254791666666677</c:v>
                </c:pt>
                <c:pt idx="143">
                  <c:v>40.395416666666669</c:v>
                </c:pt>
                <c:pt idx="144">
                  <c:v>37.52760416666667</c:v>
                </c:pt>
                <c:pt idx="145">
                  <c:v>27.443229166666658</c:v>
                </c:pt>
                <c:pt idx="146">
                  <c:v>38.622187499999995</c:v>
                </c:pt>
                <c:pt idx="147">
                  <c:v>41.951145833333335</c:v>
                </c:pt>
                <c:pt idx="148">
                  <c:v>41.350416666666682</c:v>
                </c:pt>
                <c:pt idx="149">
                  <c:v>21.532812499999995</c:v>
                </c:pt>
                <c:pt idx="150">
                  <c:v>36.504999999999988</c:v>
                </c:pt>
                <c:pt idx="151">
                  <c:v>32.002187499999998</c:v>
                </c:pt>
                <c:pt idx="152">
                  <c:v>20.00322916666666</c:v>
                </c:pt>
                <c:pt idx="153">
                  <c:v>35.991249999999987</c:v>
                </c:pt>
                <c:pt idx="154">
                  <c:v>39.985937500000006</c:v>
                </c:pt>
                <c:pt idx="155">
                  <c:v>36.150312499999991</c:v>
                </c:pt>
                <c:pt idx="156">
                  <c:v>34.974062499999995</c:v>
                </c:pt>
                <c:pt idx="157">
                  <c:v>35.056458333333346</c:v>
                </c:pt>
                <c:pt idx="158">
                  <c:v>-0.57343750000000027</c:v>
                </c:pt>
                <c:pt idx="159">
                  <c:v>23.999583333333334</c:v>
                </c:pt>
                <c:pt idx="160">
                  <c:v>30.065416666666664</c:v>
                </c:pt>
                <c:pt idx="161">
                  <c:v>40.921041666666675</c:v>
                </c:pt>
                <c:pt idx="162">
                  <c:v>44.433645833333344</c:v>
                </c:pt>
                <c:pt idx="163">
                  <c:v>37.75020833333334</c:v>
                </c:pt>
                <c:pt idx="164">
                  <c:v>40.944270833333334</c:v>
                </c:pt>
                <c:pt idx="165">
                  <c:v>29.887812499999995</c:v>
                </c:pt>
                <c:pt idx="166">
                  <c:v>29.098645833333332</c:v>
                </c:pt>
                <c:pt idx="167">
                  <c:v>42.801250000000003</c:v>
                </c:pt>
                <c:pt idx="168">
                  <c:v>42.398749999999993</c:v>
                </c:pt>
                <c:pt idx="169">
                  <c:v>40.676979166666662</c:v>
                </c:pt>
                <c:pt idx="170">
                  <c:v>36.876770833333346</c:v>
                </c:pt>
                <c:pt idx="171">
                  <c:v>38.618229166666687</c:v>
                </c:pt>
                <c:pt idx="172">
                  <c:v>33.742708333333354</c:v>
                </c:pt>
                <c:pt idx="173">
                  <c:v>23.499479166666671</c:v>
                </c:pt>
                <c:pt idx="174">
                  <c:v>35.333645833333335</c:v>
                </c:pt>
                <c:pt idx="175">
                  <c:v>40.344375000000007</c:v>
                </c:pt>
                <c:pt idx="176">
                  <c:v>37.800937500000011</c:v>
                </c:pt>
                <c:pt idx="177">
                  <c:v>35.224479166666669</c:v>
                </c:pt>
                <c:pt idx="178">
                  <c:v>41.953645833333333</c:v>
                </c:pt>
                <c:pt idx="179">
                  <c:v>33.643020833333345</c:v>
                </c:pt>
                <c:pt idx="180">
                  <c:v>4.4303125000000012</c:v>
                </c:pt>
                <c:pt idx="181">
                  <c:v>33.498749999999994</c:v>
                </c:pt>
                <c:pt idx="182">
                  <c:v>34.012187500000017</c:v>
                </c:pt>
                <c:pt idx="183">
                  <c:v>37.600833333333334</c:v>
                </c:pt>
                <c:pt idx="184">
                  <c:v>34.815104166666679</c:v>
                </c:pt>
                <c:pt idx="185">
                  <c:v>35.838541666666664</c:v>
                </c:pt>
                <c:pt idx="186">
                  <c:v>29.223541666666673</c:v>
                </c:pt>
                <c:pt idx="187">
                  <c:v>17.338645833333334</c:v>
                </c:pt>
                <c:pt idx="188">
                  <c:v>35.300416666666671</c:v>
                </c:pt>
                <c:pt idx="189">
                  <c:v>37.893229166666657</c:v>
                </c:pt>
                <c:pt idx="190">
                  <c:v>42.24864583333332</c:v>
                </c:pt>
                <c:pt idx="191">
                  <c:v>46.269166666666678</c:v>
                </c:pt>
                <c:pt idx="192">
                  <c:v>43.750520833333304</c:v>
                </c:pt>
                <c:pt idx="193">
                  <c:v>36.498333333333328</c:v>
                </c:pt>
                <c:pt idx="194">
                  <c:v>30.55135416666667</c:v>
                </c:pt>
                <c:pt idx="195">
                  <c:v>38.250729166666666</c:v>
                </c:pt>
                <c:pt idx="196">
                  <c:v>43.999166666666675</c:v>
                </c:pt>
                <c:pt idx="197">
                  <c:v>46.840208333333322</c:v>
                </c:pt>
                <c:pt idx="198">
                  <c:v>44.633958333333361</c:v>
                </c:pt>
                <c:pt idx="199">
                  <c:v>44.557499999999997</c:v>
                </c:pt>
                <c:pt idx="200">
                  <c:v>36.748645833333335</c:v>
                </c:pt>
                <c:pt idx="201">
                  <c:v>31.099583333333324</c:v>
                </c:pt>
                <c:pt idx="202">
                  <c:v>44.878645833333337</c:v>
                </c:pt>
                <c:pt idx="203">
                  <c:v>45.722500000000018</c:v>
                </c:pt>
                <c:pt idx="204">
                  <c:v>47.944895833333341</c:v>
                </c:pt>
                <c:pt idx="205">
                  <c:v>52.200520833333321</c:v>
                </c:pt>
                <c:pt idx="206">
                  <c:v>44.500520833333354</c:v>
                </c:pt>
                <c:pt idx="207">
                  <c:v>34.999687499999986</c:v>
                </c:pt>
                <c:pt idx="208">
                  <c:v>34.002187499999998</c:v>
                </c:pt>
                <c:pt idx="209">
                  <c:v>44.584479166666654</c:v>
                </c:pt>
                <c:pt idx="210">
                  <c:v>43.88697916666667</c:v>
                </c:pt>
                <c:pt idx="211">
                  <c:v>42.718333333333312</c:v>
                </c:pt>
                <c:pt idx="212">
                  <c:v>46.298437499999999</c:v>
                </c:pt>
                <c:pt idx="213">
                  <c:v>44.238437500000011</c:v>
                </c:pt>
                <c:pt idx="214">
                  <c:v>37.94802083333331</c:v>
                </c:pt>
                <c:pt idx="215">
                  <c:v>35.998541666666661</c:v>
                </c:pt>
                <c:pt idx="216">
                  <c:v>44.676979166666655</c:v>
                </c:pt>
                <c:pt idx="217">
                  <c:v>43.062812500000014</c:v>
                </c:pt>
                <c:pt idx="218">
                  <c:v>41.968333333333327</c:v>
                </c:pt>
                <c:pt idx="219">
                  <c:v>35.700833333333343</c:v>
                </c:pt>
                <c:pt idx="220">
                  <c:v>38.849583333333335</c:v>
                </c:pt>
                <c:pt idx="221">
                  <c:v>0.2561458333333354</c:v>
                </c:pt>
                <c:pt idx="222">
                  <c:v>5.2494791666666654</c:v>
                </c:pt>
                <c:pt idx="223">
                  <c:v>41.724062500000002</c:v>
                </c:pt>
                <c:pt idx="224">
                  <c:v>39.333958333333342</c:v>
                </c:pt>
                <c:pt idx="225">
                  <c:v>41.976458333333348</c:v>
                </c:pt>
                <c:pt idx="226">
                  <c:v>32.256458333333335</c:v>
                </c:pt>
                <c:pt idx="227">
                  <c:v>35.451458333333335</c:v>
                </c:pt>
                <c:pt idx="228">
                  <c:v>26.249999999999996</c:v>
                </c:pt>
                <c:pt idx="229">
                  <c:v>25.768958333333334</c:v>
                </c:pt>
                <c:pt idx="230">
                  <c:v>36.045104166666682</c:v>
                </c:pt>
                <c:pt idx="231">
                  <c:v>41.604583333333345</c:v>
                </c:pt>
                <c:pt idx="232">
                  <c:v>40.467500000000001</c:v>
                </c:pt>
                <c:pt idx="233">
                  <c:v>38.024687499999999</c:v>
                </c:pt>
                <c:pt idx="234">
                  <c:v>38.166354166666672</c:v>
                </c:pt>
                <c:pt idx="235">
                  <c:v>32.15</c:v>
                </c:pt>
                <c:pt idx="236">
                  <c:v>30.853124999999995</c:v>
                </c:pt>
                <c:pt idx="237">
                  <c:v>41.49979166666666</c:v>
                </c:pt>
                <c:pt idx="238">
                  <c:v>44.169999999999995</c:v>
                </c:pt>
                <c:pt idx="239">
                  <c:v>47.316770833333344</c:v>
                </c:pt>
                <c:pt idx="240">
                  <c:v>47.498541666666675</c:v>
                </c:pt>
                <c:pt idx="241">
                  <c:v>42.274583333333325</c:v>
                </c:pt>
                <c:pt idx="242">
                  <c:v>34.523020833333341</c:v>
                </c:pt>
                <c:pt idx="243">
                  <c:v>30.854999999999993</c:v>
                </c:pt>
                <c:pt idx="244">
                  <c:v>39.501354166666665</c:v>
                </c:pt>
                <c:pt idx="245">
                  <c:v>36.691875000000003</c:v>
                </c:pt>
                <c:pt idx="246">
                  <c:v>34.005416666666655</c:v>
                </c:pt>
                <c:pt idx="247">
                  <c:v>31.1328125</c:v>
                </c:pt>
                <c:pt idx="248">
                  <c:v>33.375625000000007</c:v>
                </c:pt>
                <c:pt idx="249">
                  <c:v>33.876041666666666</c:v>
                </c:pt>
                <c:pt idx="250">
                  <c:v>32.878124999999997</c:v>
                </c:pt>
                <c:pt idx="251">
                  <c:v>42.366250000000001</c:v>
                </c:pt>
                <c:pt idx="252">
                  <c:v>36.750520833333333</c:v>
                </c:pt>
                <c:pt idx="253">
                  <c:v>34.738437499999996</c:v>
                </c:pt>
                <c:pt idx="254">
                  <c:v>38.847291666666642</c:v>
                </c:pt>
                <c:pt idx="255">
                  <c:v>36.462708333333318</c:v>
                </c:pt>
                <c:pt idx="256">
                  <c:v>36.992395833333347</c:v>
                </c:pt>
                <c:pt idx="257">
                  <c:v>24.497812500000009</c:v>
                </c:pt>
                <c:pt idx="258">
                  <c:v>40.750104166666674</c:v>
                </c:pt>
                <c:pt idx="259">
                  <c:v>34.543854166666662</c:v>
                </c:pt>
                <c:pt idx="260">
                  <c:v>36.216770833333335</c:v>
                </c:pt>
                <c:pt idx="261">
                  <c:v>44.128437500000011</c:v>
                </c:pt>
                <c:pt idx="262">
                  <c:v>43.604062500000005</c:v>
                </c:pt>
                <c:pt idx="263">
                  <c:v>32.944270833333327</c:v>
                </c:pt>
                <c:pt idx="264">
                  <c:v>30.862604166666674</c:v>
                </c:pt>
                <c:pt idx="265">
                  <c:v>43.298437500000013</c:v>
                </c:pt>
                <c:pt idx="266">
                  <c:v>45.076979166666661</c:v>
                </c:pt>
                <c:pt idx="267">
                  <c:v>47.382083333333327</c:v>
                </c:pt>
                <c:pt idx="268">
                  <c:v>41.638958333333342</c:v>
                </c:pt>
                <c:pt idx="269">
                  <c:v>38.14083333333334</c:v>
                </c:pt>
                <c:pt idx="270">
                  <c:v>21.297708333333329</c:v>
                </c:pt>
                <c:pt idx="271">
                  <c:v>6.1077083333333322</c:v>
                </c:pt>
                <c:pt idx="272">
                  <c:v>20.000312499999996</c:v>
                </c:pt>
                <c:pt idx="273">
                  <c:v>40.590833333333329</c:v>
                </c:pt>
                <c:pt idx="274">
                  <c:v>41.435208333333343</c:v>
                </c:pt>
                <c:pt idx="275">
                  <c:v>39.054270833333348</c:v>
                </c:pt>
                <c:pt idx="276">
                  <c:v>43.872916666666676</c:v>
                </c:pt>
                <c:pt idx="277">
                  <c:v>36.353437499999991</c:v>
                </c:pt>
                <c:pt idx="278">
                  <c:v>33.198333333333331</c:v>
                </c:pt>
                <c:pt idx="279">
                  <c:v>48.551874999999995</c:v>
                </c:pt>
                <c:pt idx="280">
                  <c:v>36.157395833333325</c:v>
                </c:pt>
                <c:pt idx="281">
                  <c:v>33.758437500000007</c:v>
                </c:pt>
                <c:pt idx="282">
                  <c:v>31.697083333333328</c:v>
                </c:pt>
                <c:pt idx="283">
                  <c:v>25.289062500000011</c:v>
                </c:pt>
                <c:pt idx="284">
                  <c:v>22.103125000000002</c:v>
                </c:pt>
                <c:pt idx="285">
                  <c:v>23.750520833333326</c:v>
                </c:pt>
                <c:pt idx="286">
                  <c:v>41.641874999999992</c:v>
                </c:pt>
                <c:pt idx="287">
                  <c:v>41.998125000000002</c:v>
                </c:pt>
                <c:pt idx="288">
                  <c:v>38.723020833333329</c:v>
                </c:pt>
                <c:pt idx="289">
                  <c:v>43.973437500000017</c:v>
                </c:pt>
                <c:pt idx="290">
                  <c:v>36.695624999999986</c:v>
                </c:pt>
                <c:pt idx="291">
                  <c:v>33.751979166666665</c:v>
                </c:pt>
                <c:pt idx="292">
                  <c:v>35.875416666666688</c:v>
                </c:pt>
                <c:pt idx="293">
                  <c:v>46.460312499999993</c:v>
                </c:pt>
                <c:pt idx="294">
                  <c:v>46.946249999999992</c:v>
                </c:pt>
                <c:pt idx="295">
                  <c:v>43.951979166666682</c:v>
                </c:pt>
                <c:pt idx="296">
                  <c:v>39.329166666666659</c:v>
                </c:pt>
                <c:pt idx="297">
                  <c:v>35.493541666666673</c:v>
                </c:pt>
                <c:pt idx="298">
                  <c:v>16.653124999999999</c:v>
                </c:pt>
                <c:pt idx="299">
                  <c:v>22.060199999999991</c:v>
                </c:pt>
                <c:pt idx="300">
                  <c:v>43.999479166666674</c:v>
                </c:pt>
                <c:pt idx="301">
                  <c:v>48.211354166666673</c:v>
                </c:pt>
                <c:pt idx="302">
                  <c:v>48.452916666666681</c:v>
                </c:pt>
                <c:pt idx="303">
                  <c:v>42.297499999999992</c:v>
                </c:pt>
                <c:pt idx="304">
                  <c:v>31.964062500000011</c:v>
                </c:pt>
                <c:pt idx="305">
                  <c:v>27.799270833333342</c:v>
                </c:pt>
                <c:pt idx="306">
                  <c:v>29.81906249999999</c:v>
                </c:pt>
                <c:pt idx="307">
                  <c:v>37.499583333333327</c:v>
                </c:pt>
                <c:pt idx="308">
                  <c:v>43.344687499999999</c:v>
                </c:pt>
                <c:pt idx="309">
                  <c:v>49.034270833333331</c:v>
                </c:pt>
                <c:pt idx="310">
                  <c:v>42.999583333333341</c:v>
                </c:pt>
                <c:pt idx="311">
                  <c:v>46.970729166666693</c:v>
                </c:pt>
                <c:pt idx="312">
                  <c:v>39.816562500000025</c:v>
                </c:pt>
                <c:pt idx="313">
                  <c:v>37.940104166666664</c:v>
                </c:pt>
                <c:pt idx="314">
                  <c:v>41.99979166666666</c:v>
                </c:pt>
                <c:pt idx="315">
                  <c:v>40.94791666666665</c:v>
                </c:pt>
                <c:pt idx="316">
                  <c:v>47.993958333333325</c:v>
                </c:pt>
                <c:pt idx="317">
                  <c:v>47.218854166666667</c:v>
                </c:pt>
                <c:pt idx="318">
                  <c:v>38.547812499999992</c:v>
                </c:pt>
                <c:pt idx="319">
                  <c:v>39.000937499999985</c:v>
                </c:pt>
                <c:pt idx="320">
                  <c:v>37.982291666666669</c:v>
                </c:pt>
                <c:pt idx="321">
                  <c:v>46.27010416666667</c:v>
                </c:pt>
                <c:pt idx="322">
                  <c:v>42.500104166666667</c:v>
                </c:pt>
                <c:pt idx="323">
                  <c:v>56.111458333333353</c:v>
                </c:pt>
                <c:pt idx="324">
                  <c:v>50.901041666666664</c:v>
                </c:pt>
                <c:pt idx="325">
                  <c:v>43.815416666666664</c:v>
                </c:pt>
                <c:pt idx="326">
                  <c:v>30.250312500000003</c:v>
                </c:pt>
                <c:pt idx="327">
                  <c:v>34.750416666666673</c:v>
                </c:pt>
                <c:pt idx="328">
                  <c:v>44.99729166666669</c:v>
                </c:pt>
                <c:pt idx="329">
                  <c:v>46.505520833333321</c:v>
                </c:pt>
                <c:pt idx="330">
                  <c:v>38.393333333333324</c:v>
                </c:pt>
                <c:pt idx="331">
                  <c:v>30.123958333333331</c:v>
                </c:pt>
                <c:pt idx="332">
                  <c:v>38.84010416666667</c:v>
                </c:pt>
                <c:pt idx="333">
                  <c:v>42.862083333333345</c:v>
                </c:pt>
                <c:pt idx="334">
                  <c:v>43.453020833333333</c:v>
                </c:pt>
                <c:pt idx="335">
                  <c:v>50.003229166666678</c:v>
                </c:pt>
                <c:pt idx="336">
                  <c:v>48.698437500000011</c:v>
                </c:pt>
                <c:pt idx="337">
                  <c:v>49.251874999999991</c:v>
                </c:pt>
                <c:pt idx="338">
                  <c:v>43.077395833333348</c:v>
                </c:pt>
                <c:pt idx="339">
                  <c:v>28.537395833333324</c:v>
                </c:pt>
                <c:pt idx="340">
                  <c:v>23.115624999999994</c:v>
                </c:pt>
                <c:pt idx="341">
                  <c:v>4.5025000000000004</c:v>
                </c:pt>
                <c:pt idx="342">
                  <c:v>22.200000000000003</c:v>
                </c:pt>
                <c:pt idx="343">
                  <c:v>40.929895833333347</c:v>
                </c:pt>
                <c:pt idx="344">
                  <c:v>40.988958333333329</c:v>
                </c:pt>
                <c:pt idx="345">
                  <c:v>43.806562499999984</c:v>
                </c:pt>
                <c:pt idx="346">
                  <c:v>34.919166666666676</c:v>
                </c:pt>
                <c:pt idx="347">
                  <c:v>23.002395833333342</c:v>
                </c:pt>
                <c:pt idx="348">
                  <c:v>8.1753125000000004</c:v>
                </c:pt>
                <c:pt idx="349">
                  <c:v>36.679062500000008</c:v>
                </c:pt>
                <c:pt idx="350">
                  <c:v>38.698229166666664</c:v>
                </c:pt>
                <c:pt idx="351">
                  <c:v>41.029583333333349</c:v>
                </c:pt>
                <c:pt idx="352">
                  <c:v>33.90229166666667</c:v>
                </c:pt>
                <c:pt idx="353">
                  <c:v>30.061145833333331</c:v>
                </c:pt>
                <c:pt idx="354">
                  <c:v>28.501458333333332</c:v>
                </c:pt>
                <c:pt idx="355">
                  <c:v>25.077499999999997</c:v>
                </c:pt>
                <c:pt idx="356">
                  <c:v>25.509375000000002</c:v>
                </c:pt>
                <c:pt idx="357">
                  <c:v>23.646979166666668</c:v>
                </c:pt>
                <c:pt idx="358">
                  <c:v>19.751145833333336</c:v>
                </c:pt>
                <c:pt idx="359">
                  <c:v>27.498333333333338</c:v>
                </c:pt>
                <c:pt idx="360">
                  <c:v>37.500000000000007</c:v>
                </c:pt>
                <c:pt idx="361">
                  <c:v>34.869791666666679</c:v>
                </c:pt>
                <c:pt idx="362">
                  <c:v>29.099374999999998</c:v>
                </c:pt>
                <c:pt idx="363">
                  <c:v>24.220208333333336</c:v>
                </c:pt>
                <c:pt idx="364">
                  <c:v>28.500729166666673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947-47DB-9243-29A25CF83F1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599109808"/>
        <c:axId val="599113168"/>
      </c:lineChart>
      <c:catAx>
        <c:axId val="5991098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99113168"/>
        <c:crosses val="autoZero"/>
        <c:auto val="1"/>
        <c:lblAlgn val="ctr"/>
        <c:lblOffset val="100"/>
        <c:noMultiLvlLbl val="0"/>
      </c:catAx>
      <c:valAx>
        <c:axId val="5991131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991098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0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[appended_day-ahead-prices_complete.xlsx]pivot tables!PivotTable17</c:name>
    <c:fmtId val="22"/>
  </c:pivotSource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n-US" sz="1400" b="1" i="0" u="none" strike="noStrike" kern="1200" spc="0" baseline="0" dirty="0">
                <a:solidFill>
                  <a:schemeClr val="tx1"/>
                </a:solidFill>
              </a:rPr>
              <a:t>Day-Ahead price for 2020 (Euro/MWh)</a:t>
            </a:r>
          </a:p>
        </c:rich>
      </c:tx>
      <c:layout>
        <c:manualLayout>
          <c:xMode val="edge"/>
          <c:yMode val="edge"/>
          <c:x val="0.19583862926187359"/>
          <c:y val="3.767351074271859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400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12700" cap="rnd">
            <a:solidFill>
              <a:srgbClr val="7030A0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12700" cap="rnd">
            <a:solidFill>
              <a:srgbClr val="7030A0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12700" cap="rnd">
            <a:solidFill>
              <a:srgbClr val="7030A0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7.1512036076605862E-2"/>
          <c:y val="0.15511193712843216"/>
          <c:w val="0.77108843322286047"/>
          <c:h val="0.76124722322291205"/>
        </c:manualLayout>
      </c:layout>
      <c:lineChart>
        <c:grouping val="standard"/>
        <c:varyColors val="0"/>
        <c:ser>
          <c:idx val="0"/>
          <c:order val="0"/>
          <c:tx>
            <c:strRef>
              <c:f>'pivot tables'!$N$41</c:f>
              <c:strCache>
                <c:ptCount val="1"/>
                <c:pt idx="0">
                  <c:v>Total</c:v>
                </c:pt>
              </c:strCache>
            </c:strRef>
          </c:tx>
          <c:spPr>
            <a:ln w="12700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cat>
            <c:strRef>
              <c:f>'pivot tables'!$M$42:$M$408</c:f>
              <c:strCache>
                <c:ptCount val="366"/>
                <c:pt idx="0">
                  <c:v>01.01</c:v>
                </c:pt>
                <c:pt idx="1">
                  <c:v>02.01</c:v>
                </c:pt>
                <c:pt idx="2">
                  <c:v>03.01</c:v>
                </c:pt>
                <c:pt idx="3">
                  <c:v>04.01</c:v>
                </c:pt>
                <c:pt idx="4">
                  <c:v>05.01</c:v>
                </c:pt>
                <c:pt idx="5">
                  <c:v>06.01</c:v>
                </c:pt>
                <c:pt idx="6">
                  <c:v>07.01</c:v>
                </c:pt>
                <c:pt idx="7">
                  <c:v>08.01</c:v>
                </c:pt>
                <c:pt idx="8">
                  <c:v>09.01</c:v>
                </c:pt>
                <c:pt idx="9">
                  <c:v>10.01</c:v>
                </c:pt>
                <c:pt idx="10">
                  <c:v>11.01</c:v>
                </c:pt>
                <c:pt idx="11">
                  <c:v>12.01</c:v>
                </c:pt>
                <c:pt idx="12">
                  <c:v>13.01</c:v>
                </c:pt>
                <c:pt idx="13">
                  <c:v>14.01</c:v>
                </c:pt>
                <c:pt idx="14">
                  <c:v>15.01</c:v>
                </c:pt>
                <c:pt idx="15">
                  <c:v>16.01</c:v>
                </c:pt>
                <c:pt idx="16">
                  <c:v>17.01</c:v>
                </c:pt>
                <c:pt idx="17">
                  <c:v>18.01</c:v>
                </c:pt>
                <c:pt idx="18">
                  <c:v>19.01</c:v>
                </c:pt>
                <c:pt idx="19">
                  <c:v>20.01</c:v>
                </c:pt>
                <c:pt idx="20">
                  <c:v>21.01</c:v>
                </c:pt>
                <c:pt idx="21">
                  <c:v>22.01</c:v>
                </c:pt>
                <c:pt idx="22">
                  <c:v>23.01</c:v>
                </c:pt>
                <c:pt idx="23">
                  <c:v>24.01</c:v>
                </c:pt>
                <c:pt idx="24">
                  <c:v>25.01</c:v>
                </c:pt>
                <c:pt idx="25">
                  <c:v>26.01</c:v>
                </c:pt>
                <c:pt idx="26">
                  <c:v>27.01</c:v>
                </c:pt>
                <c:pt idx="27">
                  <c:v>28.01</c:v>
                </c:pt>
                <c:pt idx="28">
                  <c:v>29.01</c:v>
                </c:pt>
                <c:pt idx="29">
                  <c:v>30.01</c:v>
                </c:pt>
                <c:pt idx="30">
                  <c:v>31.01</c:v>
                </c:pt>
                <c:pt idx="31">
                  <c:v>01.02</c:v>
                </c:pt>
                <c:pt idx="32">
                  <c:v>02.02</c:v>
                </c:pt>
                <c:pt idx="33">
                  <c:v>03.02</c:v>
                </c:pt>
                <c:pt idx="34">
                  <c:v>04.02</c:v>
                </c:pt>
                <c:pt idx="35">
                  <c:v>05.02</c:v>
                </c:pt>
                <c:pt idx="36">
                  <c:v>06.02</c:v>
                </c:pt>
                <c:pt idx="37">
                  <c:v>07.02</c:v>
                </c:pt>
                <c:pt idx="38">
                  <c:v>08.02</c:v>
                </c:pt>
                <c:pt idx="39">
                  <c:v>09.02</c:v>
                </c:pt>
                <c:pt idx="40">
                  <c:v>10.02</c:v>
                </c:pt>
                <c:pt idx="41">
                  <c:v>11.02</c:v>
                </c:pt>
                <c:pt idx="42">
                  <c:v>12.02</c:v>
                </c:pt>
                <c:pt idx="43">
                  <c:v>13.02</c:v>
                </c:pt>
                <c:pt idx="44">
                  <c:v>14.02</c:v>
                </c:pt>
                <c:pt idx="45">
                  <c:v>15.02</c:v>
                </c:pt>
                <c:pt idx="46">
                  <c:v>16.02</c:v>
                </c:pt>
                <c:pt idx="47">
                  <c:v>17.02</c:v>
                </c:pt>
                <c:pt idx="48">
                  <c:v>18.02</c:v>
                </c:pt>
                <c:pt idx="49">
                  <c:v>19.02</c:v>
                </c:pt>
                <c:pt idx="50">
                  <c:v>20.02</c:v>
                </c:pt>
                <c:pt idx="51">
                  <c:v>21.02</c:v>
                </c:pt>
                <c:pt idx="52">
                  <c:v>22.02</c:v>
                </c:pt>
                <c:pt idx="53">
                  <c:v>23.02</c:v>
                </c:pt>
                <c:pt idx="54">
                  <c:v>24.02</c:v>
                </c:pt>
                <c:pt idx="55">
                  <c:v>25.02</c:v>
                </c:pt>
                <c:pt idx="56">
                  <c:v>26.02</c:v>
                </c:pt>
                <c:pt idx="57">
                  <c:v>27.02</c:v>
                </c:pt>
                <c:pt idx="58">
                  <c:v>28.02</c:v>
                </c:pt>
                <c:pt idx="59">
                  <c:v>29.02</c:v>
                </c:pt>
                <c:pt idx="60">
                  <c:v>01.03</c:v>
                </c:pt>
                <c:pt idx="61">
                  <c:v>02.03</c:v>
                </c:pt>
                <c:pt idx="62">
                  <c:v>03.03</c:v>
                </c:pt>
                <c:pt idx="63">
                  <c:v>04.03</c:v>
                </c:pt>
                <c:pt idx="64">
                  <c:v>05.03</c:v>
                </c:pt>
                <c:pt idx="65">
                  <c:v>06.03</c:v>
                </c:pt>
                <c:pt idx="66">
                  <c:v>07.03</c:v>
                </c:pt>
                <c:pt idx="67">
                  <c:v>08.03</c:v>
                </c:pt>
                <c:pt idx="68">
                  <c:v>09.03</c:v>
                </c:pt>
                <c:pt idx="69">
                  <c:v>10.03</c:v>
                </c:pt>
                <c:pt idx="70">
                  <c:v>11.03</c:v>
                </c:pt>
                <c:pt idx="71">
                  <c:v>12.03</c:v>
                </c:pt>
                <c:pt idx="72">
                  <c:v>13.03</c:v>
                </c:pt>
                <c:pt idx="73">
                  <c:v>14.03</c:v>
                </c:pt>
                <c:pt idx="74">
                  <c:v>15.03</c:v>
                </c:pt>
                <c:pt idx="75">
                  <c:v>16.03</c:v>
                </c:pt>
                <c:pt idx="76">
                  <c:v>17.03</c:v>
                </c:pt>
                <c:pt idx="77">
                  <c:v>18.03</c:v>
                </c:pt>
                <c:pt idx="78">
                  <c:v>19.03</c:v>
                </c:pt>
                <c:pt idx="79">
                  <c:v>20.03</c:v>
                </c:pt>
                <c:pt idx="80">
                  <c:v>21.03</c:v>
                </c:pt>
                <c:pt idx="81">
                  <c:v>22.03</c:v>
                </c:pt>
                <c:pt idx="82">
                  <c:v>23.03</c:v>
                </c:pt>
                <c:pt idx="83">
                  <c:v>24.03</c:v>
                </c:pt>
                <c:pt idx="84">
                  <c:v>25.03</c:v>
                </c:pt>
                <c:pt idx="85">
                  <c:v>26.03</c:v>
                </c:pt>
                <c:pt idx="86">
                  <c:v>27.03</c:v>
                </c:pt>
                <c:pt idx="87">
                  <c:v>28.03</c:v>
                </c:pt>
                <c:pt idx="88">
                  <c:v>29.03</c:v>
                </c:pt>
                <c:pt idx="89">
                  <c:v>30.03</c:v>
                </c:pt>
                <c:pt idx="90">
                  <c:v>31.03</c:v>
                </c:pt>
                <c:pt idx="91">
                  <c:v>01.04</c:v>
                </c:pt>
                <c:pt idx="92">
                  <c:v>02.04</c:v>
                </c:pt>
                <c:pt idx="93">
                  <c:v>03.04</c:v>
                </c:pt>
                <c:pt idx="94">
                  <c:v>04.04</c:v>
                </c:pt>
                <c:pt idx="95">
                  <c:v>05.04</c:v>
                </c:pt>
                <c:pt idx="96">
                  <c:v>06.04</c:v>
                </c:pt>
                <c:pt idx="97">
                  <c:v>07.04</c:v>
                </c:pt>
                <c:pt idx="98">
                  <c:v>08.04</c:v>
                </c:pt>
                <c:pt idx="99">
                  <c:v>09.04</c:v>
                </c:pt>
                <c:pt idx="100">
                  <c:v>10.04</c:v>
                </c:pt>
                <c:pt idx="101">
                  <c:v>11.04</c:v>
                </c:pt>
                <c:pt idx="102">
                  <c:v>12.04</c:v>
                </c:pt>
                <c:pt idx="103">
                  <c:v>13.04</c:v>
                </c:pt>
                <c:pt idx="104">
                  <c:v>14.04</c:v>
                </c:pt>
                <c:pt idx="105">
                  <c:v>15.04</c:v>
                </c:pt>
                <c:pt idx="106">
                  <c:v>16.04</c:v>
                </c:pt>
                <c:pt idx="107">
                  <c:v>17.04</c:v>
                </c:pt>
                <c:pt idx="108">
                  <c:v>18.04</c:v>
                </c:pt>
                <c:pt idx="109">
                  <c:v>19.04</c:v>
                </c:pt>
                <c:pt idx="110">
                  <c:v>20.04</c:v>
                </c:pt>
                <c:pt idx="111">
                  <c:v>21.04</c:v>
                </c:pt>
                <c:pt idx="112">
                  <c:v>22.04</c:v>
                </c:pt>
                <c:pt idx="113">
                  <c:v>23.04</c:v>
                </c:pt>
                <c:pt idx="114">
                  <c:v>24.04</c:v>
                </c:pt>
                <c:pt idx="115">
                  <c:v>25.04</c:v>
                </c:pt>
                <c:pt idx="116">
                  <c:v>26.04</c:v>
                </c:pt>
                <c:pt idx="117">
                  <c:v>27.04</c:v>
                </c:pt>
                <c:pt idx="118">
                  <c:v>28.04</c:v>
                </c:pt>
                <c:pt idx="119">
                  <c:v>29.04</c:v>
                </c:pt>
                <c:pt idx="120">
                  <c:v>30.04</c:v>
                </c:pt>
                <c:pt idx="121">
                  <c:v>01.05</c:v>
                </c:pt>
                <c:pt idx="122">
                  <c:v>02.05</c:v>
                </c:pt>
                <c:pt idx="123">
                  <c:v>03.05</c:v>
                </c:pt>
                <c:pt idx="124">
                  <c:v>04.05</c:v>
                </c:pt>
                <c:pt idx="125">
                  <c:v>05.05</c:v>
                </c:pt>
                <c:pt idx="126">
                  <c:v>06.05</c:v>
                </c:pt>
                <c:pt idx="127">
                  <c:v>07.05</c:v>
                </c:pt>
                <c:pt idx="128">
                  <c:v>08.05</c:v>
                </c:pt>
                <c:pt idx="129">
                  <c:v>09.05</c:v>
                </c:pt>
                <c:pt idx="130">
                  <c:v>10.05</c:v>
                </c:pt>
                <c:pt idx="131">
                  <c:v>11.05</c:v>
                </c:pt>
                <c:pt idx="132">
                  <c:v>12.05</c:v>
                </c:pt>
                <c:pt idx="133">
                  <c:v>13.05</c:v>
                </c:pt>
                <c:pt idx="134">
                  <c:v>14.05</c:v>
                </c:pt>
                <c:pt idx="135">
                  <c:v>15.05</c:v>
                </c:pt>
                <c:pt idx="136">
                  <c:v>16.05</c:v>
                </c:pt>
                <c:pt idx="137">
                  <c:v>17.05</c:v>
                </c:pt>
                <c:pt idx="138">
                  <c:v>18.05</c:v>
                </c:pt>
                <c:pt idx="139">
                  <c:v>19.05</c:v>
                </c:pt>
                <c:pt idx="140">
                  <c:v>20.05</c:v>
                </c:pt>
                <c:pt idx="141">
                  <c:v>21.05</c:v>
                </c:pt>
                <c:pt idx="142">
                  <c:v>22.05</c:v>
                </c:pt>
                <c:pt idx="143">
                  <c:v>23.05</c:v>
                </c:pt>
                <c:pt idx="144">
                  <c:v>24.05</c:v>
                </c:pt>
                <c:pt idx="145">
                  <c:v>25.05</c:v>
                </c:pt>
                <c:pt idx="146">
                  <c:v>26.05</c:v>
                </c:pt>
                <c:pt idx="147">
                  <c:v>27.05</c:v>
                </c:pt>
                <c:pt idx="148">
                  <c:v>28.05</c:v>
                </c:pt>
                <c:pt idx="149">
                  <c:v>29.05</c:v>
                </c:pt>
                <c:pt idx="150">
                  <c:v>30.05</c:v>
                </c:pt>
                <c:pt idx="151">
                  <c:v>31.05</c:v>
                </c:pt>
                <c:pt idx="152">
                  <c:v>01.06</c:v>
                </c:pt>
                <c:pt idx="153">
                  <c:v>02.06</c:v>
                </c:pt>
                <c:pt idx="154">
                  <c:v>03.06</c:v>
                </c:pt>
                <c:pt idx="155">
                  <c:v>04.06</c:v>
                </c:pt>
                <c:pt idx="156">
                  <c:v>05.06</c:v>
                </c:pt>
                <c:pt idx="157">
                  <c:v>06.06</c:v>
                </c:pt>
                <c:pt idx="158">
                  <c:v>07.06</c:v>
                </c:pt>
                <c:pt idx="159">
                  <c:v>08.06</c:v>
                </c:pt>
                <c:pt idx="160">
                  <c:v>09.06</c:v>
                </c:pt>
                <c:pt idx="161">
                  <c:v>10.06</c:v>
                </c:pt>
                <c:pt idx="162">
                  <c:v>11.06</c:v>
                </c:pt>
                <c:pt idx="163">
                  <c:v>12.06</c:v>
                </c:pt>
                <c:pt idx="164">
                  <c:v>13.06</c:v>
                </c:pt>
                <c:pt idx="165">
                  <c:v>14.06</c:v>
                </c:pt>
                <c:pt idx="166">
                  <c:v>15.06</c:v>
                </c:pt>
                <c:pt idx="167">
                  <c:v>16.06</c:v>
                </c:pt>
                <c:pt idx="168">
                  <c:v>17.06</c:v>
                </c:pt>
                <c:pt idx="169">
                  <c:v>18.06</c:v>
                </c:pt>
                <c:pt idx="170">
                  <c:v>19.06</c:v>
                </c:pt>
                <c:pt idx="171">
                  <c:v>20.06</c:v>
                </c:pt>
                <c:pt idx="172">
                  <c:v>21.06</c:v>
                </c:pt>
                <c:pt idx="173">
                  <c:v>22.06</c:v>
                </c:pt>
                <c:pt idx="174">
                  <c:v>23.06</c:v>
                </c:pt>
                <c:pt idx="175">
                  <c:v>24.06</c:v>
                </c:pt>
                <c:pt idx="176">
                  <c:v>25.06</c:v>
                </c:pt>
                <c:pt idx="177">
                  <c:v>26.06</c:v>
                </c:pt>
                <c:pt idx="178">
                  <c:v>27.06</c:v>
                </c:pt>
                <c:pt idx="179">
                  <c:v>28.06</c:v>
                </c:pt>
                <c:pt idx="180">
                  <c:v>29.06</c:v>
                </c:pt>
                <c:pt idx="181">
                  <c:v>30.06</c:v>
                </c:pt>
                <c:pt idx="182">
                  <c:v>01.07</c:v>
                </c:pt>
                <c:pt idx="183">
                  <c:v>02.07</c:v>
                </c:pt>
                <c:pt idx="184">
                  <c:v>03.07</c:v>
                </c:pt>
                <c:pt idx="185">
                  <c:v>04.07</c:v>
                </c:pt>
                <c:pt idx="186">
                  <c:v>05.07</c:v>
                </c:pt>
                <c:pt idx="187">
                  <c:v>06.07</c:v>
                </c:pt>
                <c:pt idx="188">
                  <c:v>07.07</c:v>
                </c:pt>
                <c:pt idx="189">
                  <c:v>08.07</c:v>
                </c:pt>
                <c:pt idx="190">
                  <c:v>09.07</c:v>
                </c:pt>
                <c:pt idx="191">
                  <c:v>10.07</c:v>
                </c:pt>
                <c:pt idx="192">
                  <c:v>11.07</c:v>
                </c:pt>
                <c:pt idx="193">
                  <c:v>12.07</c:v>
                </c:pt>
                <c:pt idx="194">
                  <c:v>13.07</c:v>
                </c:pt>
                <c:pt idx="195">
                  <c:v>14.07</c:v>
                </c:pt>
                <c:pt idx="196">
                  <c:v>15.07</c:v>
                </c:pt>
                <c:pt idx="197">
                  <c:v>16.07</c:v>
                </c:pt>
                <c:pt idx="198">
                  <c:v>17.07</c:v>
                </c:pt>
                <c:pt idx="199">
                  <c:v>18.07</c:v>
                </c:pt>
                <c:pt idx="200">
                  <c:v>19.07</c:v>
                </c:pt>
                <c:pt idx="201">
                  <c:v>20.07</c:v>
                </c:pt>
                <c:pt idx="202">
                  <c:v>21.07</c:v>
                </c:pt>
                <c:pt idx="203">
                  <c:v>22.07</c:v>
                </c:pt>
                <c:pt idx="204">
                  <c:v>23.07</c:v>
                </c:pt>
                <c:pt idx="205">
                  <c:v>24.07</c:v>
                </c:pt>
                <c:pt idx="206">
                  <c:v>25.07</c:v>
                </c:pt>
                <c:pt idx="207">
                  <c:v>26.07</c:v>
                </c:pt>
                <c:pt idx="208">
                  <c:v>27.07</c:v>
                </c:pt>
                <c:pt idx="209">
                  <c:v>28.07</c:v>
                </c:pt>
                <c:pt idx="210">
                  <c:v>29.07</c:v>
                </c:pt>
                <c:pt idx="211">
                  <c:v>30.07</c:v>
                </c:pt>
                <c:pt idx="212">
                  <c:v>31.07</c:v>
                </c:pt>
                <c:pt idx="213">
                  <c:v>01.08</c:v>
                </c:pt>
                <c:pt idx="214">
                  <c:v>02.08</c:v>
                </c:pt>
                <c:pt idx="215">
                  <c:v>03.08</c:v>
                </c:pt>
                <c:pt idx="216">
                  <c:v>04.08</c:v>
                </c:pt>
                <c:pt idx="217">
                  <c:v>05.08</c:v>
                </c:pt>
                <c:pt idx="218">
                  <c:v>06.08</c:v>
                </c:pt>
                <c:pt idx="219">
                  <c:v>07.08</c:v>
                </c:pt>
                <c:pt idx="220">
                  <c:v>08.08</c:v>
                </c:pt>
                <c:pt idx="221">
                  <c:v>09.08</c:v>
                </c:pt>
                <c:pt idx="222">
                  <c:v>10.08</c:v>
                </c:pt>
                <c:pt idx="223">
                  <c:v>11.08</c:v>
                </c:pt>
                <c:pt idx="224">
                  <c:v>12.08</c:v>
                </c:pt>
                <c:pt idx="225">
                  <c:v>13.08</c:v>
                </c:pt>
                <c:pt idx="226">
                  <c:v>14.08</c:v>
                </c:pt>
                <c:pt idx="227">
                  <c:v>15.08</c:v>
                </c:pt>
                <c:pt idx="228">
                  <c:v>16.08</c:v>
                </c:pt>
                <c:pt idx="229">
                  <c:v>17.08</c:v>
                </c:pt>
                <c:pt idx="230">
                  <c:v>18.08</c:v>
                </c:pt>
                <c:pt idx="231">
                  <c:v>19.08</c:v>
                </c:pt>
                <c:pt idx="232">
                  <c:v>20.08</c:v>
                </c:pt>
                <c:pt idx="233">
                  <c:v>21.08</c:v>
                </c:pt>
                <c:pt idx="234">
                  <c:v>22.08</c:v>
                </c:pt>
                <c:pt idx="235">
                  <c:v>23.08</c:v>
                </c:pt>
                <c:pt idx="236">
                  <c:v>24.08</c:v>
                </c:pt>
                <c:pt idx="237">
                  <c:v>25.08</c:v>
                </c:pt>
                <c:pt idx="238">
                  <c:v>26.08</c:v>
                </c:pt>
                <c:pt idx="239">
                  <c:v>27.08</c:v>
                </c:pt>
                <c:pt idx="240">
                  <c:v>28.08</c:v>
                </c:pt>
                <c:pt idx="241">
                  <c:v>29.08</c:v>
                </c:pt>
                <c:pt idx="242">
                  <c:v>30.08</c:v>
                </c:pt>
                <c:pt idx="243">
                  <c:v>31.08</c:v>
                </c:pt>
                <c:pt idx="244">
                  <c:v>01.09</c:v>
                </c:pt>
                <c:pt idx="245">
                  <c:v>02.09</c:v>
                </c:pt>
                <c:pt idx="246">
                  <c:v>03.09</c:v>
                </c:pt>
                <c:pt idx="247">
                  <c:v>04.09</c:v>
                </c:pt>
                <c:pt idx="248">
                  <c:v>05.09</c:v>
                </c:pt>
                <c:pt idx="249">
                  <c:v>06.09</c:v>
                </c:pt>
                <c:pt idx="250">
                  <c:v>07.09</c:v>
                </c:pt>
                <c:pt idx="251">
                  <c:v>08.09</c:v>
                </c:pt>
                <c:pt idx="252">
                  <c:v>09.09</c:v>
                </c:pt>
                <c:pt idx="253">
                  <c:v>10.09</c:v>
                </c:pt>
                <c:pt idx="254">
                  <c:v>11.09</c:v>
                </c:pt>
                <c:pt idx="255">
                  <c:v>12.09</c:v>
                </c:pt>
                <c:pt idx="256">
                  <c:v>13.09</c:v>
                </c:pt>
                <c:pt idx="257">
                  <c:v>14.09</c:v>
                </c:pt>
                <c:pt idx="258">
                  <c:v>15.09</c:v>
                </c:pt>
                <c:pt idx="259">
                  <c:v>16.09</c:v>
                </c:pt>
                <c:pt idx="260">
                  <c:v>17.09</c:v>
                </c:pt>
                <c:pt idx="261">
                  <c:v>18.09</c:v>
                </c:pt>
                <c:pt idx="262">
                  <c:v>19.09</c:v>
                </c:pt>
                <c:pt idx="263">
                  <c:v>20.09</c:v>
                </c:pt>
                <c:pt idx="264">
                  <c:v>21.09</c:v>
                </c:pt>
                <c:pt idx="265">
                  <c:v>22.09</c:v>
                </c:pt>
                <c:pt idx="266">
                  <c:v>23.09</c:v>
                </c:pt>
                <c:pt idx="267">
                  <c:v>24.09</c:v>
                </c:pt>
                <c:pt idx="268">
                  <c:v>25.09</c:v>
                </c:pt>
                <c:pt idx="269">
                  <c:v>26.09</c:v>
                </c:pt>
                <c:pt idx="270">
                  <c:v>27.09</c:v>
                </c:pt>
                <c:pt idx="271">
                  <c:v>28.09</c:v>
                </c:pt>
                <c:pt idx="272">
                  <c:v>29.09</c:v>
                </c:pt>
                <c:pt idx="273">
                  <c:v>30.09</c:v>
                </c:pt>
                <c:pt idx="274">
                  <c:v>01.10</c:v>
                </c:pt>
                <c:pt idx="275">
                  <c:v>02.10</c:v>
                </c:pt>
                <c:pt idx="276">
                  <c:v>03.10</c:v>
                </c:pt>
                <c:pt idx="277">
                  <c:v>04.10</c:v>
                </c:pt>
                <c:pt idx="278">
                  <c:v>05.10</c:v>
                </c:pt>
                <c:pt idx="279">
                  <c:v>06.10</c:v>
                </c:pt>
                <c:pt idx="280">
                  <c:v>07.10</c:v>
                </c:pt>
                <c:pt idx="281">
                  <c:v>08.10</c:v>
                </c:pt>
                <c:pt idx="282">
                  <c:v>09.10</c:v>
                </c:pt>
                <c:pt idx="283">
                  <c:v>10.10</c:v>
                </c:pt>
                <c:pt idx="284">
                  <c:v>11.10</c:v>
                </c:pt>
                <c:pt idx="285">
                  <c:v>12.10</c:v>
                </c:pt>
                <c:pt idx="286">
                  <c:v>13.10</c:v>
                </c:pt>
                <c:pt idx="287">
                  <c:v>14.10</c:v>
                </c:pt>
                <c:pt idx="288">
                  <c:v>15.10</c:v>
                </c:pt>
                <c:pt idx="289">
                  <c:v>16.10</c:v>
                </c:pt>
                <c:pt idx="290">
                  <c:v>17.10</c:v>
                </c:pt>
                <c:pt idx="291">
                  <c:v>18.10</c:v>
                </c:pt>
                <c:pt idx="292">
                  <c:v>19.10</c:v>
                </c:pt>
                <c:pt idx="293">
                  <c:v>20.10</c:v>
                </c:pt>
                <c:pt idx="294">
                  <c:v>21.10</c:v>
                </c:pt>
                <c:pt idx="295">
                  <c:v>22.10</c:v>
                </c:pt>
                <c:pt idx="296">
                  <c:v>23.10</c:v>
                </c:pt>
                <c:pt idx="297">
                  <c:v>24.10</c:v>
                </c:pt>
                <c:pt idx="298">
                  <c:v>25.10</c:v>
                </c:pt>
                <c:pt idx="299">
                  <c:v>26.10</c:v>
                </c:pt>
                <c:pt idx="300">
                  <c:v>27.10</c:v>
                </c:pt>
                <c:pt idx="301">
                  <c:v>28.10</c:v>
                </c:pt>
                <c:pt idx="302">
                  <c:v>29.10</c:v>
                </c:pt>
                <c:pt idx="303">
                  <c:v>30.10</c:v>
                </c:pt>
                <c:pt idx="304">
                  <c:v>31.10</c:v>
                </c:pt>
                <c:pt idx="305">
                  <c:v>01.11</c:v>
                </c:pt>
                <c:pt idx="306">
                  <c:v>02.11</c:v>
                </c:pt>
                <c:pt idx="307">
                  <c:v>03.11</c:v>
                </c:pt>
                <c:pt idx="308">
                  <c:v>04.11</c:v>
                </c:pt>
                <c:pt idx="309">
                  <c:v>05.11</c:v>
                </c:pt>
                <c:pt idx="310">
                  <c:v>06.11</c:v>
                </c:pt>
                <c:pt idx="311">
                  <c:v>07.11</c:v>
                </c:pt>
                <c:pt idx="312">
                  <c:v>08.11</c:v>
                </c:pt>
                <c:pt idx="313">
                  <c:v>09.11</c:v>
                </c:pt>
                <c:pt idx="314">
                  <c:v>10.11</c:v>
                </c:pt>
                <c:pt idx="315">
                  <c:v>11.11</c:v>
                </c:pt>
                <c:pt idx="316">
                  <c:v>12.11</c:v>
                </c:pt>
                <c:pt idx="317">
                  <c:v>13.11</c:v>
                </c:pt>
                <c:pt idx="318">
                  <c:v>14.11</c:v>
                </c:pt>
                <c:pt idx="319">
                  <c:v>15.11</c:v>
                </c:pt>
                <c:pt idx="320">
                  <c:v>16.11</c:v>
                </c:pt>
                <c:pt idx="321">
                  <c:v>17.11</c:v>
                </c:pt>
                <c:pt idx="322">
                  <c:v>18.11</c:v>
                </c:pt>
                <c:pt idx="323">
                  <c:v>19.11</c:v>
                </c:pt>
                <c:pt idx="324">
                  <c:v>20.11</c:v>
                </c:pt>
                <c:pt idx="325">
                  <c:v>21.11</c:v>
                </c:pt>
                <c:pt idx="326">
                  <c:v>22.11</c:v>
                </c:pt>
                <c:pt idx="327">
                  <c:v>23.11</c:v>
                </c:pt>
                <c:pt idx="328">
                  <c:v>24.11</c:v>
                </c:pt>
                <c:pt idx="329">
                  <c:v>25.11</c:v>
                </c:pt>
                <c:pt idx="330">
                  <c:v>26.11</c:v>
                </c:pt>
                <c:pt idx="331">
                  <c:v>27.11</c:v>
                </c:pt>
                <c:pt idx="332">
                  <c:v>28.11</c:v>
                </c:pt>
                <c:pt idx="333">
                  <c:v>29.11</c:v>
                </c:pt>
                <c:pt idx="334">
                  <c:v>30.11</c:v>
                </c:pt>
                <c:pt idx="335">
                  <c:v>01.12</c:v>
                </c:pt>
                <c:pt idx="336">
                  <c:v>02.12</c:v>
                </c:pt>
                <c:pt idx="337">
                  <c:v>03.12</c:v>
                </c:pt>
                <c:pt idx="338">
                  <c:v>04.12</c:v>
                </c:pt>
                <c:pt idx="339">
                  <c:v>05.12</c:v>
                </c:pt>
                <c:pt idx="340">
                  <c:v>06.12</c:v>
                </c:pt>
                <c:pt idx="341">
                  <c:v>07.12</c:v>
                </c:pt>
                <c:pt idx="342">
                  <c:v>08.12</c:v>
                </c:pt>
                <c:pt idx="343">
                  <c:v>09.12</c:v>
                </c:pt>
                <c:pt idx="344">
                  <c:v>10.12</c:v>
                </c:pt>
                <c:pt idx="345">
                  <c:v>11.12</c:v>
                </c:pt>
                <c:pt idx="346">
                  <c:v>12.12</c:v>
                </c:pt>
                <c:pt idx="347">
                  <c:v>13.12</c:v>
                </c:pt>
                <c:pt idx="348">
                  <c:v>14.12</c:v>
                </c:pt>
                <c:pt idx="349">
                  <c:v>15.12</c:v>
                </c:pt>
                <c:pt idx="350">
                  <c:v>16.12</c:v>
                </c:pt>
                <c:pt idx="351">
                  <c:v>17.12</c:v>
                </c:pt>
                <c:pt idx="352">
                  <c:v>18.12</c:v>
                </c:pt>
                <c:pt idx="353">
                  <c:v>19.12</c:v>
                </c:pt>
                <c:pt idx="354">
                  <c:v>20.12</c:v>
                </c:pt>
                <c:pt idx="355">
                  <c:v>21.12</c:v>
                </c:pt>
                <c:pt idx="356">
                  <c:v>22.12</c:v>
                </c:pt>
                <c:pt idx="357">
                  <c:v>23.12</c:v>
                </c:pt>
                <c:pt idx="358">
                  <c:v>24.12</c:v>
                </c:pt>
                <c:pt idx="359">
                  <c:v>25.12</c:v>
                </c:pt>
                <c:pt idx="360">
                  <c:v>26.12</c:v>
                </c:pt>
                <c:pt idx="361">
                  <c:v>27.12</c:v>
                </c:pt>
                <c:pt idx="362">
                  <c:v>28.12</c:v>
                </c:pt>
                <c:pt idx="363">
                  <c:v>29.12</c:v>
                </c:pt>
                <c:pt idx="364">
                  <c:v>30.12</c:v>
                </c:pt>
                <c:pt idx="365">
                  <c:v>31.12</c:v>
                </c:pt>
              </c:strCache>
            </c:strRef>
          </c:cat>
          <c:val>
            <c:numRef>
              <c:f>'pivot tables'!$N$42:$N$408</c:f>
              <c:numCache>
                <c:formatCode>General</c:formatCode>
                <c:ptCount val="366"/>
                <c:pt idx="0">
                  <c:v>28.49937499999999</c:v>
                </c:pt>
                <c:pt idx="1">
                  <c:v>33.488749999999996</c:v>
                </c:pt>
                <c:pt idx="2">
                  <c:v>30.318958333333342</c:v>
                </c:pt>
                <c:pt idx="3">
                  <c:v>18.749687500000007</c:v>
                </c:pt>
                <c:pt idx="4">
                  <c:v>35.001458333333332</c:v>
                </c:pt>
                <c:pt idx="5">
                  <c:v>37.559687499999988</c:v>
                </c:pt>
                <c:pt idx="6">
                  <c:v>36.995208333333331</c:v>
                </c:pt>
                <c:pt idx="7">
                  <c:v>33.994687500000005</c:v>
                </c:pt>
                <c:pt idx="8">
                  <c:v>36.6253125</c:v>
                </c:pt>
                <c:pt idx="9">
                  <c:v>32.502083333333331</c:v>
                </c:pt>
                <c:pt idx="10">
                  <c:v>33.598958333333336</c:v>
                </c:pt>
                <c:pt idx="11">
                  <c:v>24.151458333333323</c:v>
                </c:pt>
                <c:pt idx="12">
                  <c:v>41.380312500000009</c:v>
                </c:pt>
                <c:pt idx="13">
                  <c:v>23.348749999999992</c:v>
                </c:pt>
                <c:pt idx="14">
                  <c:v>23.427291666666665</c:v>
                </c:pt>
                <c:pt idx="15">
                  <c:v>36.561354166666668</c:v>
                </c:pt>
                <c:pt idx="16">
                  <c:v>36.618854166666672</c:v>
                </c:pt>
                <c:pt idx="17">
                  <c:v>32.034687500000004</c:v>
                </c:pt>
                <c:pt idx="18">
                  <c:v>32.793750000000003</c:v>
                </c:pt>
                <c:pt idx="19">
                  <c:v>43.247499999999995</c:v>
                </c:pt>
                <c:pt idx="20">
                  <c:v>41.904583333333335</c:v>
                </c:pt>
                <c:pt idx="21">
                  <c:v>45.000000000000007</c:v>
                </c:pt>
                <c:pt idx="22">
                  <c:v>49.009791666666651</c:v>
                </c:pt>
                <c:pt idx="23">
                  <c:v>48.354583333333316</c:v>
                </c:pt>
                <c:pt idx="24">
                  <c:v>40.945833333333333</c:v>
                </c:pt>
                <c:pt idx="25">
                  <c:v>34.009166666666665</c:v>
                </c:pt>
                <c:pt idx="26">
                  <c:v>35.997916666666661</c:v>
                </c:pt>
                <c:pt idx="27">
                  <c:v>30.410000000000007</c:v>
                </c:pt>
                <c:pt idx="28">
                  <c:v>29.552395833333325</c:v>
                </c:pt>
                <c:pt idx="29">
                  <c:v>33.058750000000011</c:v>
                </c:pt>
                <c:pt idx="30">
                  <c:v>23.193020833333311</c:v>
                </c:pt>
                <c:pt idx="31">
                  <c:v>9.4061458333333352</c:v>
                </c:pt>
                <c:pt idx="32">
                  <c:v>11.724375000000002</c:v>
                </c:pt>
                <c:pt idx="33">
                  <c:v>28.950937500000009</c:v>
                </c:pt>
                <c:pt idx="34">
                  <c:v>28.871562500000024</c:v>
                </c:pt>
                <c:pt idx="35">
                  <c:v>36.00281249999999</c:v>
                </c:pt>
                <c:pt idx="36">
                  <c:v>37.566666666666663</c:v>
                </c:pt>
                <c:pt idx="37">
                  <c:v>38.004583333333329</c:v>
                </c:pt>
                <c:pt idx="38">
                  <c:v>29.182708333333323</c:v>
                </c:pt>
                <c:pt idx="39">
                  <c:v>-2.9994791666666676</c:v>
                </c:pt>
                <c:pt idx="40">
                  <c:v>8.1181249999999991</c:v>
                </c:pt>
                <c:pt idx="41">
                  <c:v>11.008020833333342</c:v>
                </c:pt>
                <c:pt idx="42">
                  <c:v>16.449062499999997</c:v>
                </c:pt>
                <c:pt idx="43">
                  <c:v>31.034791666666674</c:v>
                </c:pt>
                <c:pt idx="44">
                  <c:v>36.022708333333348</c:v>
                </c:pt>
                <c:pt idx="45">
                  <c:v>19.50041666666667</c:v>
                </c:pt>
                <c:pt idx="46">
                  <c:v>-8.0011458333333341</c:v>
                </c:pt>
                <c:pt idx="47">
                  <c:v>16.223333333333336</c:v>
                </c:pt>
                <c:pt idx="48">
                  <c:v>20.052083333333343</c:v>
                </c:pt>
                <c:pt idx="49">
                  <c:v>29.498958333333345</c:v>
                </c:pt>
                <c:pt idx="50">
                  <c:v>31.171249999999997</c:v>
                </c:pt>
                <c:pt idx="51">
                  <c:v>21.852916666666673</c:v>
                </c:pt>
                <c:pt idx="52">
                  <c:v>2.3580208333333341</c:v>
                </c:pt>
                <c:pt idx="53">
                  <c:v>5.7512500000000024</c:v>
                </c:pt>
                <c:pt idx="54">
                  <c:v>27.82614583333331</c:v>
                </c:pt>
                <c:pt idx="55">
                  <c:v>24.352083333333322</c:v>
                </c:pt>
                <c:pt idx="56">
                  <c:v>32.741458333333327</c:v>
                </c:pt>
                <c:pt idx="57">
                  <c:v>36.828854166666666</c:v>
                </c:pt>
                <c:pt idx="58">
                  <c:v>32.142187499999999</c:v>
                </c:pt>
                <c:pt idx="59">
                  <c:v>11.388020833333327</c:v>
                </c:pt>
                <c:pt idx="60">
                  <c:v>7.3229166666667164E-2</c:v>
                </c:pt>
                <c:pt idx="61">
                  <c:v>32.500833333333325</c:v>
                </c:pt>
                <c:pt idx="62">
                  <c:v>36.048645833333332</c:v>
                </c:pt>
                <c:pt idx="63">
                  <c:v>38.40260416666667</c:v>
                </c:pt>
                <c:pt idx="64">
                  <c:v>35.719687499999985</c:v>
                </c:pt>
                <c:pt idx="65">
                  <c:v>30.457916666666662</c:v>
                </c:pt>
                <c:pt idx="66">
                  <c:v>29.206979166666667</c:v>
                </c:pt>
                <c:pt idx="67">
                  <c:v>17.748854166666671</c:v>
                </c:pt>
                <c:pt idx="68">
                  <c:v>31.751145833333325</c:v>
                </c:pt>
                <c:pt idx="69">
                  <c:v>22.299062499999994</c:v>
                </c:pt>
                <c:pt idx="70">
                  <c:v>22.982812499999994</c:v>
                </c:pt>
                <c:pt idx="71">
                  <c:v>17.168124999999996</c:v>
                </c:pt>
                <c:pt idx="72">
                  <c:v>18.864166666666669</c:v>
                </c:pt>
                <c:pt idx="73">
                  <c:v>30.5821875</c:v>
                </c:pt>
                <c:pt idx="74">
                  <c:v>8.346562500000001</c:v>
                </c:pt>
                <c:pt idx="75">
                  <c:v>33.968645833333319</c:v>
                </c:pt>
                <c:pt idx="76">
                  <c:v>29.461770833333343</c:v>
                </c:pt>
                <c:pt idx="77">
                  <c:v>24.251875000000013</c:v>
                </c:pt>
                <c:pt idx="78">
                  <c:v>30.265937499999996</c:v>
                </c:pt>
                <c:pt idx="79">
                  <c:v>24.501354166666662</c:v>
                </c:pt>
                <c:pt idx="80">
                  <c:v>11.134583333333326</c:v>
                </c:pt>
                <c:pt idx="81">
                  <c:v>-1.6310416666666641</c:v>
                </c:pt>
                <c:pt idx="82">
                  <c:v>22.004479166666666</c:v>
                </c:pt>
                <c:pt idx="83">
                  <c:v>19.6715625</c:v>
                </c:pt>
                <c:pt idx="84">
                  <c:v>21.785520833333326</c:v>
                </c:pt>
                <c:pt idx="85">
                  <c:v>21.999583333333334</c:v>
                </c:pt>
                <c:pt idx="86">
                  <c:v>22.312083333333334</c:v>
                </c:pt>
                <c:pt idx="87">
                  <c:v>12.536666666666664</c:v>
                </c:pt>
                <c:pt idx="88">
                  <c:v>-0.39956521739130474</c:v>
                </c:pt>
                <c:pt idx="89">
                  <c:v>21.626770833333328</c:v>
                </c:pt>
                <c:pt idx="90">
                  <c:v>27.302708333333342</c:v>
                </c:pt>
                <c:pt idx="91">
                  <c:v>22.001979166666668</c:v>
                </c:pt>
                <c:pt idx="92">
                  <c:v>19.700312500000003</c:v>
                </c:pt>
                <c:pt idx="93">
                  <c:v>20.691354166666663</c:v>
                </c:pt>
                <c:pt idx="94">
                  <c:v>21.098854166666666</c:v>
                </c:pt>
                <c:pt idx="95">
                  <c:v>1.5023958333333336</c:v>
                </c:pt>
                <c:pt idx="96">
                  <c:v>13.694583333333332</c:v>
                </c:pt>
                <c:pt idx="97">
                  <c:v>23.470104166666669</c:v>
                </c:pt>
                <c:pt idx="98">
                  <c:v>24.855208333333334</c:v>
                </c:pt>
                <c:pt idx="99">
                  <c:v>23.562916666666663</c:v>
                </c:pt>
                <c:pt idx="100">
                  <c:v>20.088229166666665</c:v>
                </c:pt>
                <c:pt idx="101">
                  <c:v>18.352083333333329</c:v>
                </c:pt>
                <c:pt idx="102">
                  <c:v>10.999270833333332</c:v>
                </c:pt>
                <c:pt idx="103">
                  <c:v>-1.4984375000000025</c:v>
                </c:pt>
                <c:pt idx="104">
                  <c:v>21.630104166666669</c:v>
                </c:pt>
                <c:pt idx="105">
                  <c:v>19.68416666666667</c:v>
                </c:pt>
                <c:pt idx="106">
                  <c:v>24.356145833333343</c:v>
                </c:pt>
                <c:pt idx="107">
                  <c:v>26.499895833333341</c:v>
                </c:pt>
                <c:pt idx="108">
                  <c:v>20.562395833333326</c:v>
                </c:pt>
                <c:pt idx="109">
                  <c:v>9.1123958333333324</c:v>
                </c:pt>
                <c:pt idx="110">
                  <c:v>11.499375000000002</c:v>
                </c:pt>
                <c:pt idx="111">
                  <c:v>-5.2971874999999971</c:v>
                </c:pt>
                <c:pt idx="112">
                  <c:v>8.3466666666666658</c:v>
                </c:pt>
                <c:pt idx="113">
                  <c:v>28.751458333333332</c:v>
                </c:pt>
                <c:pt idx="114">
                  <c:v>19.497916666666661</c:v>
                </c:pt>
                <c:pt idx="115">
                  <c:v>19.10979166666667</c:v>
                </c:pt>
                <c:pt idx="116">
                  <c:v>20.64458333333333</c:v>
                </c:pt>
                <c:pt idx="117">
                  <c:v>28.631979166666667</c:v>
                </c:pt>
                <c:pt idx="118">
                  <c:v>26.875416666666677</c:v>
                </c:pt>
                <c:pt idx="119">
                  <c:v>23.497812499999995</c:v>
                </c:pt>
                <c:pt idx="120">
                  <c:v>18.088229166666675</c:v>
                </c:pt>
                <c:pt idx="121">
                  <c:v>6.0361458333333324</c:v>
                </c:pt>
                <c:pt idx="122">
                  <c:v>9.8938541666666637</c:v>
                </c:pt>
                <c:pt idx="123">
                  <c:v>12.352708333333338</c:v>
                </c:pt>
                <c:pt idx="124">
                  <c:v>21.21895833333333</c:v>
                </c:pt>
                <c:pt idx="125">
                  <c:v>21.990520833333335</c:v>
                </c:pt>
                <c:pt idx="126">
                  <c:v>21.317187499999992</c:v>
                </c:pt>
                <c:pt idx="127">
                  <c:v>24.350833333333338</c:v>
                </c:pt>
                <c:pt idx="128">
                  <c:v>24.618229166666662</c:v>
                </c:pt>
                <c:pt idx="129">
                  <c:v>21.941041666666674</c:v>
                </c:pt>
                <c:pt idx="130">
                  <c:v>12.369999999999997</c:v>
                </c:pt>
                <c:pt idx="131">
                  <c:v>12.999375000000001</c:v>
                </c:pt>
                <c:pt idx="132">
                  <c:v>21.295000000000005</c:v>
                </c:pt>
                <c:pt idx="133">
                  <c:v>28.399687499999988</c:v>
                </c:pt>
                <c:pt idx="134">
                  <c:v>24.498749999999998</c:v>
                </c:pt>
                <c:pt idx="135">
                  <c:v>21.65187499999999</c:v>
                </c:pt>
                <c:pt idx="136">
                  <c:v>16.809791666666673</c:v>
                </c:pt>
                <c:pt idx="137">
                  <c:v>8.5008333333333379</c:v>
                </c:pt>
                <c:pt idx="138">
                  <c:v>21.27354166666667</c:v>
                </c:pt>
                <c:pt idx="139">
                  <c:v>24.079270833333325</c:v>
                </c:pt>
                <c:pt idx="140">
                  <c:v>29.617291666666659</c:v>
                </c:pt>
                <c:pt idx="141">
                  <c:v>19.8159375</c:v>
                </c:pt>
                <c:pt idx="142">
                  <c:v>19.071562500000002</c:v>
                </c:pt>
                <c:pt idx="143">
                  <c:v>8.7486458333333363</c:v>
                </c:pt>
                <c:pt idx="144">
                  <c:v>-11.319583333333332</c:v>
                </c:pt>
                <c:pt idx="145">
                  <c:v>17.247812500000009</c:v>
                </c:pt>
                <c:pt idx="146">
                  <c:v>29.687708333333333</c:v>
                </c:pt>
                <c:pt idx="147">
                  <c:v>23.551666666666673</c:v>
                </c:pt>
                <c:pt idx="148">
                  <c:v>19.768020833333335</c:v>
                </c:pt>
                <c:pt idx="149">
                  <c:v>22.498749999999998</c:v>
                </c:pt>
                <c:pt idx="150">
                  <c:v>13.777812500000005</c:v>
                </c:pt>
                <c:pt idx="151">
                  <c:v>6.2440624999999983</c:v>
                </c:pt>
                <c:pt idx="152">
                  <c:v>7.0499999999999972</c:v>
                </c:pt>
                <c:pt idx="153">
                  <c:v>21.901145833333327</c:v>
                </c:pt>
                <c:pt idx="154">
                  <c:v>25.500104166666677</c:v>
                </c:pt>
                <c:pt idx="155">
                  <c:v>25.949583333333337</c:v>
                </c:pt>
                <c:pt idx="156">
                  <c:v>23.47604166666666</c:v>
                </c:pt>
                <c:pt idx="157">
                  <c:v>4.751458333333332</c:v>
                </c:pt>
                <c:pt idx="158">
                  <c:v>10.749374999999995</c:v>
                </c:pt>
                <c:pt idx="159">
                  <c:v>31.980937499999996</c:v>
                </c:pt>
                <c:pt idx="160">
                  <c:v>35.768645833333323</c:v>
                </c:pt>
                <c:pt idx="161">
                  <c:v>33.249062500000001</c:v>
                </c:pt>
                <c:pt idx="162">
                  <c:v>25.68822916666667</c:v>
                </c:pt>
                <c:pt idx="163">
                  <c:v>21.887187499999996</c:v>
                </c:pt>
                <c:pt idx="164">
                  <c:v>19.301145833333337</c:v>
                </c:pt>
                <c:pt idx="165">
                  <c:v>17.581354166666664</c:v>
                </c:pt>
                <c:pt idx="166">
                  <c:v>31.498854166666664</c:v>
                </c:pt>
                <c:pt idx="167">
                  <c:v>38.252499999999998</c:v>
                </c:pt>
                <c:pt idx="168">
                  <c:v>34.937812500000014</c:v>
                </c:pt>
                <c:pt idx="169">
                  <c:v>32.547916666666659</c:v>
                </c:pt>
                <c:pt idx="170">
                  <c:v>30.156874999999996</c:v>
                </c:pt>
                <c:pt idx="171">
                  <c:v>22.094166666666677</c:v>
                </c:pt>
                <c:pt idx="172">
                  <c:v>18.62572916666667</c:v>
                </c:pt>
                <c:pt idx="173">
                  <c:v>29.998541666666664</c:v>
                </c:pt>
                <c:pt idx="174">
                  <c:v>32.439375000000005</c:v>
                </c:pt>
                <c:pt idx="175">
                  <c:v>34.594166666666673</c:v>
                </c:pt>
                <c:pt idx="176">
                  <c:v>34.860312500000013</c:v>
                </c:pt>
                <c:pt idx="177">
                  <c:v>34.700624999999981</c:v>
                </c:pt>
                <c:pt idx="178">
                  <c:v>28.106354166666677</c:v>
                </c:pt>
                <c:pt idx="179">
                  <c:v>20.100312499999998</c:v>
                </c:pt>
                <c:pt idx="180">
                  <c:v>30.977499999999988</c:v>
                </c:pt>
                <c:pt idx="181">
                  <c:v>13.210520833333335</c:v>
                </c:pt>
                <c:pt idx="182">
                  <c:v>33.980000000000018</c:v>
                </c:pt>
                <c:pt idx="183">
                  <c:v>36.808437500000004</c:v>
                </c:pt>
                <c:pt idx="184">
                  <c:v>34.443541666666668</c:v>
                </c:pt>
                <c:pt idx="185">
                  <c:v>9.0118750000000016</c:v>
                </c:pt>
                <c:pt idx="186">
                  <c:v>-10.658958333333334</c:v>
                </c:pt>
                <c:pt idx="187">
                  <c:v>16.928020833333338</c:v>
                </c:pt>
                <c:pt idx="188">
                  <c:v>32.74</c:v>
                </c:pt>
                <c:pt idx="189">
                  <c:v>41.455625000000005</c:v>
                </c:pt>
                <c:pt idx="190">
                  <c:v>42.302708333333321</c:v>
                </c:pt>
                <c:pt idx="191">
                  <c:v>36.640729166666667</c:v>
                </c:pt>
                <c:pt idx="192">
                  <c:v>28.707812499999992</c:v>
                </c:pt>
                <c:pt idx="193">
                  <c:v>25.500729166666673</c:v>
                </c:pt>
                <c:pt idx="194">
                  <c:v>37.002499999999991</c:v>
                </c:pt>
                <c:pt idx="195">
                  <c:v>36.433645833333344</c:v>
                </c:pt>
                <c:pt idx="196">
                  <c:v>42.964374999999997</c:v>
                </c:pt>
                <c:pt idx="197">
                  <c:v>42.262291666666663</c:v>
                </c:pt>
                <c:pt idx="198">
                  <c:v>39.570625000000014</c:v>
                </c:pt>
                <c:pt idx="199">
                  <c:v>30.093437500000011</c:v>
                </c:pt>
                <c:pt idx="200">
                  <c:v>27.10489583333333</c:v>
                </c:pt>
                <c:pt idx="201">
                  <c:v>34.442395833333322</c:v>
                </c:pt>
                <c:pt idx="202">
                  <c:v>33.000312499999993</c:v>
                </c:pt>
                <c:pt idx="203">
                  <c:v>35.645520833333329</c:v>
                </c:pt>
                <c:pt idx="204">
                  <c:v>35.029687499999994</c:v>
                </c:pt>
                <c:pt idx="205">
                  <c:v>31.580833333333342</c:v>
                </c:pt>
                <c:pt idx="206">
                  <c:v>27.807187499999994</c:v>
                </c:pt>
                <c:pt idx="207">
                  <c:v>20.130833333333335</c:v>
                </c:pt>
                <c:pt idx="208">
                  <c:v>33.001249999999999</c:v>
                </c:pt>
                <c:pt idx="209">
                  <c:v>21.497812499999991</c:v>
                </c:pt>
                <c:pt idx="210">
                  <c:v>22.255416666666672</c:v>
                </c:pt>
                <c:pt idx="211">
                  <c:v>34.647916666666667</c:v>
                </c:pt>
                <c:pt idx="212">
                  <c:v>38.16385416666666</c:v>
                </c:pt>
                <c:pt idx="213">
                  <c:v>27.458854166666658</c:v>
                </c:pt>
                <c:pt idx="214">
                  <c:v>26.033958333333331</c:v>
                </c:pt>
                <c:pt idx="215">
                  <c:v>38.866875</c:v>
                </c:pt>
                <c:pt idx="216">
                  <c:v>35.799479166666679</c:v>
                </c:pt>
                <c:pt idx="217">
                  <c:v>31.303333333333352</c:v>
                </c:pt>
                <c:pt idx="218">
                  <c:v>35.375729166666666</c:v>
                </c:pt>
                <c:pt idx="219">
                  <c:v>34.600208333333335</c:v>
                </c:pt>
                <c:pt idx="220">
                  <c:v>31.694583333333352</c:v>
                </c:pt>
                <c:pt idx="221">
                  <c:v>26.497812500000006</c:v>
                </c:pt>
                <c:pt idx="222">
                  <c:v>37.488437500000011</c:v>
                </c:pt>
                <c:pt idx="223">
                  <c:v>35.090104166666656</c:v>
                </c:pt>
                <c:pt idx="224">
                  <c:v>35.282916666666665</c:v>
                </c:pt>
                <c:pt idx="225">
                  <c:v>38.377395833333345</c:v>
                </c:pt>
                <c:pt idx="226">
                  <c:v>41.398020833333327</c:v>
                </c:pt>
                <c:pt idx="227">
                  <c:v>31.511874999999989</c:v>
                </c:pt>
                <c:pt idx="228">
                  <c:v>28.301041666666674</c:v>
                </c:pt>
                <c:pt idx="229">
                  <c:v>39.002187499999998</c:v>
                </c:pt>
                <c:pt idx="230">
                  <c:v>41.156874999999999</c:v>
                </c:pt>
                <c:pt idx="231">
                  <c:v>39.798958333333353</c:v>
                </c:pt>
                <c:pt idx="232">
                  <c:v>36.394375000000018</c:v>
                </c:pt>
                <c:pt idx="233">
                  <c:v>32.729270833333345</c:v>
                </c:pt>
                <c:pt idx="234">
                  <c:v>22.966562499999998</c:v>
                </c:pt>
                <c:pt idx="235">
                  <c:v>10.4571875</c:v>
                </c:pt>
                <c:pt idx="236">
                  <c:v>38.455833333333324</c:v>
                </c:pt>
                <c:pt idx="237">
                  <c:v>37.321666666666651</c:v>
                </c:pt>
                <c:pt idx="238">
                  <c:v>13.780416666666669</c:v>
                </c:pt>
                <c:pt idx="239">
                  <c:v>43.840104166666684</c:v>
                </c:pt>
                <c:pt idx="240">
                  <c:v>41.687500000000007</c:v>
                </c:pt>
                <c:pt idx="241">
                  <c:v>36.274270833333325</c:v>
                </c:pt>
                <c:pt idx="242">
                  <c:v>32.493229166666673</c:v>
                </c:pt>
                <c:pt idx="243">
                  <c:v>49.001041666666687</c:v>
                </c:pt>
                <c:pt idx="244">
                  <c:v>54.377187500000012</c:v>
                </c:pt>
                <c:pt idx="245">
                  <c:v>51.070833333333333</c:v>
                </c:pt>
                <c:pt idx="246">
                  <c:v>42.749166666666667</c:v>
                </c:pt>
                <c:pt idx="247">
                  <c:v>39.350624999999994</c:v>
                </c:pt>
                <c:pt idx="248">
                  <c:v>31.497708333333335</c:v>
                </c:pt>
                <c:pt idx="249">
                  <c:v>32.529270833333335</c:v>
                </c:pt>
                <c:pt idx="250">
                  <c:v>44.635625000000005</c:v>
                </c:pt>
                <c:pt idx="251">
                  <c:v>37.088958333333345</c:v>
                </c:pt>
                <c:pt idx="252">
                  <c:v>38.619270833333324</c:v>
                </c:pt>
                <c:pt idx="253">
                  <c:v>47.299166666666672</c:v>
                </c:pt>
                <c:pt idx="254">
                  <c:v>45.229270833333317</c:v>
                </c:pt>
                <c:pt idx="255">
                  <c:v>32.487916666666678</c:v>
                </c:pt>
                <c:pt idx="256">
                  <c:v>26.099270833333335</c:v>
                </c:pt>
                <c:pt idx="257">
                  <c:v>49.610104166666673</c:v>
                </c:pt>
                <c:pt idx="258">
                  <c:v>58.928437500000008</c:v>
                </c:pt>
                <c:pt idx="259">
                  <c:v>49.419375000000002</c:v>
                </c:pt>
                <c:pt idx="260">
                  <c:v>48.260937500000004</c:v>
                </c:pt>
                <c:pt idx="261">
                  <c:v>45.130729166666676</c:v>
                </c:pt>
                <c:pt idx="262">
                  <c:v>37.748750000000008</c:v>
                </c:pt>
                <c:pt idx="263">
                  <c:v>37.413229166666675</c:v>
                </c:pt>
                <c:pt idx="264">
                  <c:v>58.919895833333328</c:v>
                </c:pt>
                <c:pt idx="265">
                  <c:v>59.387916666666655</c:v>
                </c:pt>
                <c:pt idx="266">
                  <c:v>47.112812499999997</c:v>
                </c:pt>
                <c:pt idx="267">
                  <c:v>34.323854166666685</c:v>
                </c:pt>
                <c:pt idx="268">
                  <c:v>41.771875000000016</c:v>
                </c:pt>
                <c:pt idx="269">
                  <c:v>34.129791666666698</c:v>
                </c:pt>
                <c:pt idx="270">
                  <c:v>29.718541666666667</c:v>
                </c:pt>
                <c:pt idx="271">
                  <c:v>50.238437499999996</c:v>
                </c:pt>
                <c:pt idx="272">
                  <c:v>54.522500000000008</c:v>
                </c:pt>
                <c:pt idx="273">
                  <c:v>49.704583333333325</c:v>
                </c:pt>
                <c:pt idx="274">
                  <c:v>42.550729166666677</c:v>
                </c:pt>
                <c:pt idx="275">
                  <c:v>35.08822916666665</c:v>
                </c:pt>
                <c:pt idx="276">
                  <c:v>18.49854166666665</c:v>
                </c:pt>
                <c:pt idx="277">
                  <c:v>8.497812500000002</c:v>
                </c:pt>
                <c:pt idx="278">
                  <c:v>39.349374999999988</c:v>
                </c:pt>
                <c:pt idx="279">
                  <c:v>33.820833333333333</c:v>
                </c:pt>
                <c:pt idx="280">
                  <c:v>37.232916666666668</c:v>
                </c:pt>
                <c:pt idx="281">
                  <c:v>31.925520833333323</c:v>
                </c:pt>
                <c:pt idx="282">
                  <c:v>42.042604166666685</c:v>
                </c:pt>
                <c:pt idx="283">
                  <c:v>32.740833333333335</c:v>
                </c:pt>
                <c:pt idx="284">
                  <c:v>30.10885416666666</c:v>
                </c:pt>
                <c:pt idx="285">
                  <c:v>46.640625000000007</c:v>
                </c:pt>
                <c:pt idx="286">
                  <c:v>47.748124999999995</c:v>
                </c:pt>
                <c:pt idx="287">
                  <c:v>33.699687500000003</c:v>
                </c:pt>
                <c:pt idx="288">
                  <c:v>39.90166666666665</c:v>
                </c:pt>
                <c:pt idx="289">
                  <c:v>47.421041666666667</c:v>
                </c:pt>
                <c:pt idx="290">
                  <c:v>40.897708333333341</c:v>
                </c:pt>
                <c:pt idx="291">
                  <c:v>31.018750000000001</c:v>
                </c:pt>
                <c:pt idx="292">
                  <c:v>43.489270833333329</c:v>
                </c:pt>
                <c:pt idx="293">
                  <c:v>34.403854166666676</c:v>
                </c:pt>
                <c:pt idx="294">
                  <c:v>32.129270833333329</c:v>
                </c:pt>
                <c:pt idx="295">
                  <c:v>29.760937499999994</c:v>
                </c:pt>
                <c:pt idx="296">
                  <c:v>43.107395833333349</c:v>
                </c:pt>
                <c:pt idx="297">
                  <c:v>27.283124999999998</c:v>
                </c:pt>
                <c:pt idx="298">
                  <c:v>11.843099999999993</c:v>
                </c:pt>
                <c:pt idx="299">
                  <c:v>39.749479166666653</c:v>
                </c:pt>
                <c:pt idx="300">
                  <c:v>34.376979166666665</c:v>
                </c:pt>
                <c:pt idx="301">
                  <c:v>30.597916666666649</c:v>
                </c:pt>
                <c:pt idx="302">
                  <c:v>31.414583333333336</c:v>
                </c:pt>
                <c:pt idx="303">
                  <c:v>32.988020833333344</c:v>
                </c:pt>
                <c:pt idx="304">
                  <c:v>30.131770833333338</c:v>
                </c:pt>
                <c:pt idx="305">
                  <c:v>14.253020833333338</c:v>
                </c:pt>
                <c:pt idx="306">
                  <c:v>18.60135416666667</c:v>
                </c:pt>
                <c:pt idx="307">
                  <c:v>36.044062500000003</c:v>
                </c:pt>
                <c:pt idx="308">
                  <c:v>39.66375</c:v>
                </c:pt>
                <c:pt idx="309">
                  <c:v>39.751354166666665</c:v>
                </c:pt>
                <c:pt idx="310">
                  <c:v>41.094791666666673</c:v>
                </c:pt>
                <c:pt idx="311">
                  <c:v>34.981979166666655</c:v>
                </c:pt>
                <c:pt idx="312">
                  <c:v>33.345833333333324</c:v>
                </c:pt>
                <c:pt idx="313">
                  <c:v>42.851770833333312</c:v>
                </c:pt>
                <c:pt idx="314">
                  <c:v>47.588541666666686</c:v>
                </c:pt>
                <c:pt idx="315">
                  <c:v>45.386041666666642</c:v>
                </c:pt>
                <c:pt idx="316">
                  <c:v>38.752395833333331</c:v>
                </c:pt>
                <c:pt idx="317">
                  <c:v>40.869479166666686</c:v>
                </c:pt>
                <c:pt idx="318">
                  <c:v>33.958854166666669</c:v>
                </c:pt>
                <c:pt idx="319">
                  <c:v>11.4996875</c:v>
                </c:pt>
                <c:pt idx="320">
                  <c:v>28.529791666666664</c:v>
                </c:pt>
                <c:pt idx="321">
                  <c:v>37.633854166666659</c:v>
                </c:pt>
                <c:pt idx="322">
                  <c:v>35.607916666666661</c:v>
                </c:pt>
                <c:pt idx="323">
                  <c:v>25.721458333333345</c:v>
                </c:pt>
                <c:pt idx="324">
                  <c:v>43.199999999999989</c:v>
                </c:pt>
                <c:pt idx="325">
                  <c:v>28.198020833333345</c:v>
                </c:pt>
                <c:pt idx="326">
                  <c:v>21.439166666666665</c:v>
                </c:pt>
                <c:pt idx="327">
                  <c:v>41.400520833333317</c:v>
                </c:pt>
                <c:pt idx="328">
                  <c:v>43.741666666666667</c:v>
                </c:pt>
                <c:pt idx="329">
                  <c:v>45.84885416666669</c:v>
                </c:pt>
                <c:pt idx="330">
                  <c:v>53.401666666666664</c:v>
                </c:pt>
                <c:pt idx="331">
                  <c:v>61.245937499999997</c:v>
                </c:pt>
                <c:pt idx="332">
                  <c:v>44.399166666666673</c:v>
                </c:pt>
                <c:pt idx="333">
                  <c:v>43.898750000000028</c:v>
                </c:pt>
                <c:pt idx="334">
                  <c:v>54.981354166666648</c:v>
                </c:pt>
                <c:pt idx="335">
                  <c:v>55.11802083333334</c:v>
                </c:pt>
                <c:pt idx="336">
                  <c:v>68.762187499999996</c:v>
                </c:pt>
                <c:pt idx="337">
                  <c:v>49.001458333333339</c:v>
                </c:pt>
                <c:pt idx="338">
                  <c:v>40.256354166666675</c:v>
                </c:pt>
                <c:pt idx="339">
                  <c:v>47.009999999999962</c:v>
                </c:pt>
                <c:pt idx="340">
                  <c:v>44.81937499999998</c:v>
                </c:pt>
                <c:pt idx="341">
                  <c:v>51.751041666666659</c:v>
                </c:pt>
                <c:pt idx="342">
                  <c:v>68.113125000000011</c:v>
                </c:pt>
                <c:pt idx="343">
                  <c:v>78.365937499999987</c:v>
                </c:pt>
                <c:pt idx="344">
                  <c:v>74.995312499999997</c:v>
                </c:pt>
                <c:pt idx="345">
                  <c:v>46.638333333333343</c:v>
                </c:pt>
                <c:pt idx="346">
                  <c:v>45.275833333333317</c:v>
                </c:pt>
                <c:pt idx="347">
                  <c:v>41.609062499999986</c:v>
                </c:pt>
                <c:pt idx="348">
                  <c:v>39.502291666666672</c:v>
                </c:pt>
                <c:pt idx="349">
                  <c:v>51.60833333333332</c:v>
                </c:pt>
                <c:pt idx="350">
                  <c:v>52.183333333333337</c:v>
                </c:pt>
                <c:pt idx="351">
                  <c:v>44.05156250000001</c:v>
                </c:pt>
                <c:pt idx="352">
                  <c:v>43.849062500000009</c:v>
                </c:pt>
                <c:pt idx="353">
                  <c:v>35.736354166666651</c:v>
                </c:pt>
                <c:pt idx="354">
                  <c:v>37.873437500000001</c:v>
                </c:pt>
                <c:pt idx="355">
                  <c:v>35.182187500000005</c:v>
                </c:pt>
                <c:pt idx="356">
                  <c:v>32.361874999999991</c:v>
                </c:pt>
                <c:pt idx="357">
                  <c:v>44.820104166666681</c:v>
                </c:pt>
                <c:pt idx="358">
                  <c:v>22.989062500000006</c:v>
                </c:pt>
                <c:pt idx="359">
                  <c:v>32.238437500000011</c:v>
                </c:pt>
                <c:pt idx="360">
                  <c:v>20.602187499999996</c:v>
                </c:pt>
                <c:pt idx="361">
                  <c:v>-13.731979166666662</c:v>
                </c:pt>
                <c:pt idx="362">
                  <c:v>35.041041666666679</c:v>
                </c:pt>
                <c:pt idx="363">
                  <c:v>45.561354166666661</c:v>
                </c:pt>
                <c:pt idx="364">
                  <c:v>43.08281250000001</c:v>
                </c:pt>
                <c:pt idx="365">
                  <c:v>47.201249999999995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FE7-47B0-A043-D8C90DBBBB3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564511008"/>
        <c:axId val="564511488"/>
      </c:lineChart>
      <c:catAx>
        <c:axId val="5645110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64511488"/>
        <c:crosses val="autoZero"/>
        <c:auto val="1"/>
        <c:lblAlgn val="ctr"/>
        <c:lblOffset val="0"/>
        <c:noMultiLvlLbl val="0"/>
      </c:catAx>
      <c:valAx>
        <c:axId val="5645114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645110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[appended_day-ahead-prices_complete.xlsx]pivot tables!PivotTable18</c:name>
    <c:fmtId val="29"/>
  </c:pivotSource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n-US" sz="1400" b="1" i="0" u="none" strike="noStrike" kern="1200" spc="0" baseline="0" dirty="0">
                <a:solidFill>
                  <a:schemeClr val="tx1"/>
                </a:solidFill>
              </a:rPr>
              <a:t>Day-Ahead price for 2021 (Euro/MWh)</a:t>
            </a:r>
          </a:p>
        </c:rich>
      </c:tx>
      <c:layout>
        <c:manualLayout>
          <c:xMode val="edge"/>
          <c:yMode val="edge"/>
          <c:x val="0.21096562286686357"/>
          <c:y val="3.290043570409684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400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952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952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952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6.6472471045197462E-2"/>
          <c:y val="0.15664719949613115"/>
          <c:w val="0.89806086303284272"/>
          <c:h val="0.70787197974162153"/>
        </c:manualLayout>
      </c:layout>
      <c:lineChart>
        <c:grouping val="standard"/>
        <c:varyColors val="0"/>
        <c:ser>
          <c:idx val="0"/>
          <c:order val="0"/>
          <c:tx>
            <c:strRef>
              <c:f>'pivot tables'!$Q$41</c:f>
              <c:strCache>
                <c:ptCount val="1"/>
                <c:pt idx="0">
                  <c:v>Total</c:v>
                </c:pt>
              </c:strCache>
            </c:strRef>
          </c:tx>
          <c:spPr>
            <a:ln w="952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cat>
            <c:strRef>
              <c:f>'pivot tables'!$P$42:$P$407</c:f>
              <c:strCache>
                <c:ptCount val="365"/>
                <c:pt idx="0">
                  <c:v>01.01</c:v>
                </c:pt>
                <c:pt idx="1">
                  <c:v>02.01</c:v>
                </c:pt>
                <c:pt idx="2">
                  <c:v>03.01</c:v>
                </c:pt>
                <c:pt idx="3">
                  <c:v>04.01</c:v>
                </c:pt>
                <c:pt idx="4">
                  <c:v>05.01</c:v>
                </c:pt>
                <c:pt idx="5">
                  <c:v>06.01</c:v>
                </c:pt>
                <c:pt idx="6">
                  <c:v>07.01</c:v>
                </c:pt>
                <c:pt idx="7">
                  <c:v>08.01</c:v>
                </c:pt>
                <c:pt idx="8">
                  <c:v>09.01</c:v>
                </c:pt>
                <c:pt idx="9">
                  <c:v>10.01</c:v>
                </c:pt>
                <c:pt idx="10">
                  <c:v>11.01</c:v>
                </c:pt>
                <c:pt idx="11">
                  <c:v>12.01</c:v>
                </c:pt>
                <c:pt idx="12">
                  <c:v>13.01</c:v>
                </c:pt>
                <c:pt idx="13">
                  <c:v>14.01</c:v>
                </c:pt>
                <c:pt idx="14">
                  <c:v>15.01</c:v>
                </c:pt>
                <c:pt idx="15">
                  <c:v>16.01</c:v>
                </c:pt>
                <c:pt idx="16">
                  <c:v>17.01</c:v>
                </c:pt>
                <c:pt idx="17">
                  <c:v>18.01</c:v>
                </c:pt>
                <c:pt idx="18">
                  <c:v>19.01</c:v>
                </c:pt>
                <c:pt idx="19">
                  <c:v>20.01</c:v>
                </c:pt>
                <c:pt idx="20">
                  <c:v>21.01</c:v>
                </c:pt>
                <c:pt idx="21">
                  <c:v>22.01</c:v>
                </c:pt>
                <c:pt idx="22">
                  <c:v>23.01</c:v>
                </c:pt>
                <c:pt idx="23">
                  <c:v>24.01</c:v>
                </c:pt>
                <c:pt idx="24">
                  <c:v>25.01</c:v>
                </c:pt>
                <c:pt idx="25">
                  <c:v>26.01</c:v>
                </c:pt>
                <c:pt idx="26">
                  <c:v>27.01</c:v>
                </c:pt>
                <c:pt idx="27">
                  <c:v>28.01</c:v>
                </c:pt>
                <c:pt idx="28">
                  <c:v>29.01</c:v>
                </c:pt>
                <c:pt idx="29">
                  <c:v>30.01</c:v>
                </c:pt>
                <c:pt idx="30">
                  <c:v>31.01</c:v>
                </c:pt>
                <c:pt idx="31">
                  <c:v>01.02</c:v>
                </c:pt>
                <c:pt idx="32">
                  <c:v>02.02</c:v>
                </c:pt>
                <c:pt idx="33">
                  <c:v>03.02</c:v>
                </c:pt>
                <c:pt idx="34">
                  <c:v>04.02</c:v>
                </c:pt>
                <c:pt idx="35">
                  <c:v>05.02</c:v>
                </c:pt>
                <c:pt idx="36">
                  <c:v>06.02</c:v>
                </c:pt>
                <c:pt idx="37">
                  <c:v>07.02</c:v>
                </c:pt>
                <c:pt idx="38">
                  <c:v>08.02</c:v>
                </c:pt>
                <c:pt idx="39">
                  <c:v>09.02</c:v>
                </c:pt>
                <c:pt idx="40">
                  <c:v>10.02</c:v>
                </c:pt>
                <c:pt idx="41">
                  <c:v>11.02</c:v>
                </c:pt>
                <c:pt idx="42">
                  <c:v>12.02</c:v>
                </c:pt>
                <c:pt idx="43">
                  <c:v>13.02</c:v>
                </c:pt>
                <c:pt idx="44">
                  <c:v>14.02</c:v>
                </c:pt>
                <c:pt idx="45">
                  <c:v>15.02</c:v>
                </c:pt>
                <c:pt idx="46">
                  <c:v>16.02</c:v>
                </c:pt>
                <c:pt idx="47">
                  <c:v>17.02</c:v>
                </c:pt>
                <c:pt idx="48">
                  <c:v>18.02</c:v>
                </c:pt>
                <c:pt idx="49">
                  <c:v>19.02</c:v>
                </c:pt>
                <c:pt idx="50">
                  <c:v>20.02</c:v>
                </c:pt>
                <c:pt idx="51">
                  <c:v>21.02</c:v>
                </c:pt>
                <c:pt idx="52">
                  <c:v>22.02</c:v>
                </c:pt>
                <c:pt idx="53">
                  <c:v>23.02</c:v>
                </c:pt>
                <c:pt idx="54">
                  <c:v>24.02</c:v>
                </c:pt>
                <c:pt idx="55">
                  <c:v>25.02</c:v>
                </c:pt>
                <c:pt idx="56">
                  <c:v>26.02</c:v>
                </c:pt>
                <c:pt idx="57">
                  <c:v>27.02</c:v>
                </c:pt>
                <c:pt idx="58">
                  <c:v>28.02</c:v>
                </c:pt>
                <c:pt idx="59">
                  <c:v>01.03</c:v>
                </c:pt>
                <c:pt idx="60">
                  <c:v>02.03</c:v>
                </c:pt>
                <c:pt idx="61">
                  <c:v>03.03</c:v>
                </c:pt>
                <c:pt idx="62">
                  <c:v>04.03</c:v>
                </c:pt>
                <c:pt idx="63">
                  <c:v>05.03</c:v>
                </c:pt>
                <c:pt idx="64">
                  <c:v>06.03</c:v>
                </c:pt>
                <c:pt idx="65">
                  <c:v>07.03</c:v>
                </c:pt>
                <c:pt idx="66">
                  <c:v>08.03</c:v>
                </c:pt>
                <c:pt idx="67">
                  <c:v>09.03</c:v>
                </c:pt>
                <c:pt idx="68">
                  <c:v>10.03</c:v>
                </c:pt>
                <c:pt idx="69">
                  <c:v>11.03</c:v>
                </c:pt>
                <c:pt idx="70">
                  <c:v>12.03</c:v>
                </c:pt>
                <c:pt idx="71">
                  <c:v>13.03</c:v>
                </c:pt>
                <c:pt idx="72">
                  <c:v>14.03</c:v>
                </c:pt>
                <c:pt idx="73">
                  <c:v>15.03</c:v>
                </c:pt>
                <c:pt idx="74">
                  <c:v>16.03</c:v>
                </c:pt>
                <c:pt idx="75">
                  <c:v>17.03</c:v>
                </c:pt>
                <c:pt idx="76">
                  <c:v>18.03</c:v>
                </c:pt>
                <c:pt idx="77">
                  <c:v>19.03</c:v>
                </c:pt>
                <c:pt idx="78">
                  <c:v>20.03</c:v>
                </c:pt>
                <c:pt idx="79">
                  <c:v>21.03</c:v>
                </c:pt>
                <c:pt idx="80">
                  <c:v>22.03</c:v>
                </c:pt>
                <c:pt idx="81">
                  <c:v>23.03</c:v>
                </c:pt>
                <c:pt idx="82">
                  <c:v>24.03</c:v>
                </c:pt>
                <c:pt idx="83">
                  <c:v>25.03</c:v>
                </c:pt>
                <c:pt idx="84">
                  <c:v>26.03</c:v>
                </c:pt>
                <c:pt idx="85">
                  <c:v>27.03</c:v>
                </c:pt>
                <c:pt idx="86">
                  <c:v>28.03</c:v>
                </c:pt>
                <c:pt idx="87">
                  <c:v>29.03</c:v>
                </c:pt>
                <c:pt idx="88">
                  <c:v>30.03</c:v>
                </c:pt>
                <c:pt idx="89">
                  <c:v>31.03</c:v>
                </c:pt>
                <c:pt idx="90">
                  <c:v>01.04</c:v>
                </c:pt>
                <c:pt idx="91">
                  <c:v>02.04</c:v>
                </c:pt>
                <c:pt idx="92">
                  <c:v>03.04</c:v>
                </c:pt>
                <c:pt idx="93">
                  <c:v>04.04</c:v>
                </c:pt>
                <c:pt idx="94">
                  <c:v>05.04</c:v>
                </c:pt>
                <c:pt idx="95">
                  <c:v>06.04</c:v>
                </c:pt>
                <c:pt idx="96">
                  <c:v>07.04</c:v>
                </c:pt>
                <c:pt idx="97">
                  <c:v>08.04</c:v>
                </c:pt>
                <c:pt idx="98">
                  <c:v>09.04</c:v>
                </c:pt>
                <c:pt idx="99">
                  <c:v>10.04</c:v>
                </c:pt>
                <c:pt idx="100">
                  <c:v>11.04</c:v>
                </c:pt>
                <c:pt idx="101">
                  <c:v>12.04</c:v>
                </c:pt>
                <c:pt idx="102">
                  <c:v>13.04</c:v>
                </c:pt>
                <c:pt idx="103">
                  <c:v>14.04</c:v>
                </c:pt>
                <c:pt idx="104">
                  <c:v>15.04</c:v>
                </c:pt>
                <c:pt idx="105">
                  <c:v>16.04</c:v>
                </c:pt>
                <c:pt idx="106">
                  <c:v>17.04</c:v>
                </c:pt>
                <c:pt idx="107">
                  <c:v>18.04</c:v>
                </c:pt>
                <c:pt idx="108">
                  <c:v>19.04</c:v>
                </c:pt>
                <c:pt idx="109">
                  <c:v>20.04</c:v>
                </c:pt>
                <c:pt idx="110">
                  <c:v>21.04</c:v>
                </c:pt>
                <c:pt idx="111">
                  <c:v>22.04</c:v>
                </c:pt>
                <c:pt idx="112">
                  <c:v>23.04</c:v>
                </c:pt>
                <c:pt idx="113">
                  <c:v>24.04</c:v>
                </c:pt>
                <c:pt idx="114">
                  <c:v>25.04</c:v>
                </c:pt>
                <c:pt idx="115">
                  <c:v>26.04</c:v>
                </c:pt>
                <c:pt idx="116">
                  <c:v>27.04</c:v>
                </c:pt>
                <c:pt idx="117">
                  <c:v>28.04</c:v>
                </c:pt>
                <c:pt idx="118">
                  <c:v>29.04</c:v>
                </c:pt>
                <c:pt idx="119">
                  <c:v>30.04</c:v>
                </c:pt>
                <c:pt idx="120">
                  <c:v>01.05</c:v>
                </c:pt>
                <c:pt idx="121">
                  <c:v>02.05</c:v>
                </c:pt>
                <c:pt idx="122">
                  <c:v>03.05</c:v>
                </c:pt>
                <c:pt idx="123">
                  <c:v>04.05</c:v>
                </c:pt>
                <c:pt idx="124">
                  <c:v>05.05</c:v>
                </c:pt>
                <c:pt idx="125">
                  <c:v>06.05</c:v>
                </c:pt>
                <c:pt idx="126">
                  <c:v>07.05</c:v>
                </c:pt>
                <c:pt idx="127">
                  <c:v>08.05</c:v>
                </c:pt>
                <c:pt idx="128">
                  <c:v>09.05</c:v>
                </c:pt>
                <c:pt idx="129">
                  <c:v>10.05</c:v>
                </c:pt>
                <c:pt idx="130">
                  <c:v>11.05</c:v>
                </c:pt>
                <c:pt idx="131">
                  <c:v>12.05</c:v>
                </c:pt>
                <c:pt idx="132">
                  <c:v>13.05</c:v>
                </c:pt>
                <c:pt idx="133">
                  <c:v>14.05</c:v>
                </c:pt>
                <c:pt idx="134">
                  <c:v>15.05</c:v>
                </c:pt>
                <c:pt idx="135">
                  <c:v>16.05</c:v>
                </c:pt>
                <c:pt idx="136">
                  <c:v>17.05</c:v>
                </c:pt>
                <c:pt idx="137">
                  <c:v>18.05</c:v>
                </c:pt>
                <c:pt idx="138">
                  <c:v>19.05</c:v>
                </c:pt>
                <c:pt idx="139">
                  <c:v>20.05</c:v>
                </c:pt>
                <c:pt idx="140">
                  <c:v>21.05</c:v>
                </c:pt>
                <c:pt idx="141">
                  <c:v>22.05</c:v>
                </c:pt>
                <c:pt idx="142">
                  <c:v>23.05</c:v>
                </c:pt>
                <c:pt idx="143">
                  <c:v>24.05</c:v>
                </c:pt>
                <c:pt idx="144">
                  <c:v>25.05</c:v>
                </c:pt>
                <c:pt idx="145">
                  <c:v>26.05</c:v>
                </c:pt>
                <c:pt idx="146">
                  <c:v>27.05</c:v>
                </c:pt>
                <c:pt idx="147">
                  <c:v>28.05</c:v>
                </c:pt>
                <c:pt idx="148">
                  <c:v>29.05</c:v>
                </c:pt>
                <c:pt idx="149">
                  <c:v>30.05</c:v>
                </c:pt>
                <c:pt idx="150">
                  <c:v>31.05</c:v>
                </c:pt>
                <c:pt idx="151">
                  <c:v>01.06</c:v>
                </c:pt>
                <c:pt idx="152">
                  <c:v>02.06</c:v>
                </c:pt>
                <c:pt idx="153">
                  <c:v>03.06</c:v>
                </c:pt>
                <c:pt idx="154">
                  <c:v>04.06</c:v>
                </c:pt>
                <c:pt idx="155">
                  <c:v>05.06</c:v>
                </c:pt>
                <c:pt idx="156">
                  <c:v>06.06</c:v>
                </c:pt>
                <c:pt idx="157">
                  <c:v>07.06</c:v>
                </c:pt>
                <c:pt idx="158">
                  <c:v>08.06</c:v>
                </c:pt>
                <c:pt idx="159">
                  <c:v>09.06</c:v>
                </c:pt>
                <c:pt idx="160">
                  <c:v>10.06</c:v>
                </c:pt>
                <c:pt idx="161">
                  <c:v>11.06</c:v>
                </c:pt>
                <c:pt idx="162">
                  <c:v>12.06</c:v>
                </c:pt>
                <c:pt idx="163">
                  <c:v>13.06</c:v>
                </c:pt>
                <c:pt idx="164">
                  <c:v>14.06</c:v>
                </c:pt>
                <c:pt idx="165">
                  <c:v>15.06</c:v>
                </c:pt>
                <c:pt idx="166">
                  <c:v>16.06</c:v>
                </c:pt>
                <c:pt idx="167">
                  <c:v>17.06</c:v>
                </c:pt>
                <c:pt idx="168">
                  <c:v>18.06</c:v>
                </c:pt>
                <c:pt idx="169">
                  <c:v>19.06</c:v>
                </c:pt>
                <c:pt idx="170">
                  <c:v>20.06</c:v>
                </c:pt>
                <c:pt idx="171">
                  <c:v>21.06</c:v>
                </c:pt>
                <c:pt idx="172">
                  <c:v>22.06</c:v>
                </c:pt>
                <c:pt idx="173">
                  <c:v>23.06</c:v>
                </c:pt>
                <c:pt idx="174">
                  <c:v>24.06</c:v>
                </c:pt>
                <c:pt idx="175">
                  <c:v>25.06</c:v>
                </c:pt>
                <c:pt idx="176">
                  <c:v>26.06</c:v>
                </c:pt>
                <c:pt idx="177">
                  <c:v>27.06</c:v>
                </c:pt>
                <c:pt idx="178">
                  <c:v>28.06</c:v>
                </c:pt>
                <c:pt idx="179">
                  <c:v>29.06</c:v>
                </c:pt>
                <c:pt idx="180">
                  <c:v>30.06</c:v>
                </c:pt>
                <c:pt idx="181">
                  <c:v>01.07</c:v>
                </c:pt>
                <c:pt idx="182">
                  <c:v>02.07</c:v>
                </c:pt>
                <c:pt idx="183">
                  <c:v>03.07</c:v>
                </c:pt>
                <c:pt idx="184">
                  <c:v>04.07</c:v>
                </c:pt>
                <c:pt idx="185">
                  <c:v>05.07</c:v>
                </c:pt>
                <c:pt idx="186">
                  <c:v>06.07</c:v>
                </c:pt>
                <c:pt idx="187">
                  <c:v>07.07</c:v>
                </c:pt>
                <c:pt idx="188">
                  <c:v>08.07</c:v>
                </c:pt>
                <c:pt idx="189">
                  <c:v>09.07</c:v>
                </c:pt>
                <c:pt idx="190">
                  <c:v>10.07</c:v>
                </c:pt>
                <c:pt idx="191">
                  <c:v>11.07</c:v>
                </c:pt>
                <c:pt idx="192">
                  <c:v>12.07</c:v>
                </c:pt>
                <c:pt idx="193">
                  <c:v>13.07</c:v>
                </c:pt>
                <c:pt idx="194">
                  <c:v>14.07</c:v>
                </c:pt>
                <c:pt idx="195">
                  <c:v>15.07</c:v>
                </c:pt>
                <c:pt idx="196">
                  <c:v>16.07</c:v>
                </c:pt>
                <c:pt idx="197">
                  <c:v>17.07</c:v>
                </c:pt>
                <c:pt idx="198">
                  <c:v>18.07</c:v>
                </c:pt>
                <c:pt idx="199">
                  <c:v>19.07</c:v>
                </c:pt>
                <c:pt idx="200">
                  <c:v>20.07</c:v>
                </c:pt>
                <c:pt idx="201">
                  <c:v>21.07</c:v>
                </c:pt>
                <c:pt idx="202">
                  <c:v>22.07</c:v>
                </c:pt>
                <c:pt idx="203">
                  <c:v>23.07</c:v>
                </c:pt>
                <c:pt idx="204">
                  <c:v>24.07</c:v>
                </c:pt>
                <c:pt idx="205">
                  <c:v>25.07</c:v>
                </c:pt>
                <c:pt idx="206">
                  <c:v>26.07</c:v>
                </c:pt>
                <c:pt idx="207">
                  <c:v>27.07</c:v>
                </c:pt>
                <c:pt idx="208">
                  <c:v>28.07</c:v>
                </c:pt>
                <c:pt idx="209">
                  <c:v>29.07</c:v>
                </c:pt>
                <c:pt idx="210">
                  <c:v>30.07</c:v>
                </c:pt>
                <c:pt idx="211">
                  <c:v>31.07</c:v>
                </c:pt>
                <c:pt idx="212">
                  <c:v>01.08</c:v>
                </c:pt>
                <c:pt idx="213">
                  <c:v>02.08</c:v>
                </c:pt>
                <c:pt idx="214">
                  <c:v>03.08</c:v>
                </c:pt>
                <c:pt idx="215">
                  <c:v>04.08</c:v>
                </c:pt>
                <c:pt idx="216">
                  <c:v>05.08</c:v>
                </c:pt>
                <c:pt idx="217">
                  <c:v>06.08</c:v>
                </c:pt>
                <c:pt idx="218">
                  <c:v>07.08</c:v>
                </c:pt>
                <c:pt idx="219">
                  <c:v>08.08</c:v>
                </c:pt>
                <c:pt idx="220">
                  <c:v>09.08</c:v>
                </c:pt>
                <c:pt idx="221">
                  <c:v>10.08</c:v>
                </c:pt>
                <c:pt idx="222">
                  <c:v>11.08</c:v>
                </c:pt>
                <c:pt idx="223">
                  <c:v>12.08</c:v>
                </c:pt>
                <c:pt idx="224">
                  <c:v>13.08</c:v>
                </c:pt>
                <c:pt idx="225">
                  <c:v>14.08</c:v>
                </c:pt>
                <c:pt idx="226">
                  <c:v>15.08</c:v>
                </c:pt>
                <c:pt idx="227">
                  <c:v>16.08</c:v>
                </c:pt>
                <c:pt idx="228">
                  <c:v>17.08</c:v>
                </c:pt>
                <c:pt idx="229">
                  <c:v>18.08</c:v>
                </c:pt>
                <c:pt idx="230">
                  <c:v>19.08</c:v>
                </c:pt>
                <c:pt idx="231">
                  <c:v>20.08</c:v>
                </c:pt>
                <c:pt idx="232">
                  <c:v>21.08</c:v>
                </c:pt>
                <c:pt idx="233">
                  <c:v>22.08</c:v>
                </c:pt>
                <c:pt idx="234">
                  <c:v>23.08</c:v>
                </c:pt>
                <c:pt idx="235">
                  <c:v>24.08</c:v>
                </c:pt>
                <c:pt idx="236">
                  <c:v>25.08</c:v>
                </c:pt>
                <c:pt idx="237">
                  <c:v>26.08</c:v>
                </c:pt>
                <c:pt idx="238">
                  <c:v>27.08</c:v>
                </c:pt>
                <c:pt idx="239">
                  <c:v>28.08</c:v>
                </c:pt>
                <c:pt idx="240">
                  <c:v>29.08</c:v>
                </c:pt>
                <c:pt idx="241">
                  <c:v>30.08</c:v>
                </c:pt>
                <c:pt idx="242">
                  <c:v>31.08</c:v>
                </c:pt>
                <c:pt idx="243">
                  <c:v>01.09</c:v>
                </c:pt>
                <c:pt idx="244">
                  <c:v>02.09</c:v>
                </c:pt>
                <c:pt idx="245">
                  <c:v>03.09</c:v>
                </c:pt>
                <c:pt idx="246">
                  <c:v>04.09</c:v>
                </c:pt>
                <c:pt idx="247">
                  <c:v>05.09</c:v>
                </c:pt>
                <c:pt idx="248">
                  <c:v>06.09</c:v>
                </c:pt>
                <c:pt idx="249">
                  <c:v>07.09</c:v>
                </c:pt>
                <c:pt idx="250">
                  <c:v>08.09</c:v>
                </c:pt>
                <c:pt idx="251">
                  <c:v>09.09</c:v>
                </c:pt>
                <c:pt idx="252">
                  <c:v>10.09</c:v>
                </c:pt>
                <c:pt idx="253">
                  <c:v>11.09</c:v>
                </c:pt>
                <c:pt idx="254">
                  <c:v>12.09</c:v>
                </c:pt>
                <c:pt idx="255">
                  <c:v>13.09</c:v>
                </c:pt>
                <c:pt idx="256">
                  <c:v>14.09</c:v>
                </c:pt>
                <c:pt idx="257">
                  <c:v>15.09</c:v>
                </c:pt>
                <c:pt idx="258">
                  <c:v>16.09</c:v>
                </c:pt>
                <c:pt idx="259">
                  <c:v>17.09</c:v>
                </c:pt>
                <c:pt idx="260">
                  <c:v>18.09</c:v>
                </c:pt>
                <c:pt idx="261">
                  <c:v>19.09</c:v>
                </c:pt>
                <c:pt idx="262">
                  <c:v>20.09</c:v>
                </c:pt>
                <c:pt idx="263">
                  <c:v>21.09</c:v>
                </c:pt>
                <c:pt idx="264">
                  <c:v>22.09</c:v>
                </c:pt>
                <c:pt idx="265">
                  <c:v>23.09</c:v>
                </c:pt>
                <c:pt idx="266">
                  <c:v>24.09</c:v>
                </c:pt>
                <c:pt idx="267">
                  <c:v>25.09</c:v>
                </c:pt>
                <c:pt idx="268">
                  <c:v>26.09</c:v>
                </c:pt>
                <c:pt idx="269">
                  <c:v>27.09</c:v>
                </c:pt>
                <c:pt idx="270">
                  <c:v>28.09</c:v>
                </c:pt>
                <c:pt idx="271">
                  <c:v>29.09</c:v>
                </c:pt>
                <c:pt idx="272">
                  <c:v>30.09</c:v>
                </c:pt>
                <c:pt idx="273">
                  <c:v>01.10</c:v>
                </c:pt>
                <c:pt idx="274">
                  <c:v>02.10</c:v>
                </c:pt>
                <c:pt idx="275">
                  <c:v>03.10</c:v>
                </c:pt>
                <c:pt idx="276">
                  <c:v>04.10</c:v>
                </c:pt>
                <c:pt idx="277">
                  <c:v>05.10</c:v>
                </c:pt>
                <c:pt idx="278">
                  <c:v>06.10</c:v>
                </c:pt>
                <c:pt idx="279">
                  <c:v>07.10</c:v>
                </c:pt>
                <c:pt idx="280">
                  <c:v>08.10</c:v>
                </c:pt>
                <c:pt idx="281">
                  <c:v>09.10</c:v>
                </c:pt>
                <c:pt idx="282">
                  <c:v>10.10</c:v>
                </c:pt>
                <c:pt idx="283">
                  <c:v>11.10</c:v>
                </c:pt>
                <c:pt idx="284">
                  <c:v>12.10</c:v>
                </c:pt>
                <c:pt idx="285">
                  <c:v>13.10</c:v>
                </c:pt>
                <c:pt idx="286">
                  <c:v>14.10</c:v>
                </c:pt>
                <c:pt idx="287">
                  <c:v>15.10</c:v>
                </c:pt>
                <c:pt idx="288">
                  <c:v>16.10</c:v>
                </c:pt>
                <c:pt idx="289">
                  <c:v>17.10</c:v>
                </c:pt>
                <c:pt idx="290">
                  <c:v>18.10</c:v>
                </c:pt>
                <c:pt idx="291">
                  <c:v>19.10</c:v>
                </c:pt>
                <c:pt idx="292">
                  <c:v>20.10</c:v>
                </c:pt>
                <c:pt idx="293">
                  <c:v>21.10</c:v>
                </c:pt>
                <c:pt idx="294">
                  <c:v>22.10</c:v>
                </c:pt>
                <c:pt idx="295">
                  <c:v>23.10</c:v>
                </c:pt>
                <c:pt idx="296">
                  <c:v>24.10</c:v>
                </c:pt>
                <c:pt idx="297">
                  <c:v>25.10</c:v>
                </c:pt>
                <c:pt idx="298">
                  <c:v>26.10</c:v>
                </c:pt>
                <c:pt idx="299">
                  <c:v>27.10</c:v>
                </c:pt>
                <c:pt idx="300">
                  <c:v>28.10</c:v>
                </c:pt>
                <c:pt idx="301">
                  <c:v>29.10</c:v>
                </c:pt>
                <c:pt idx="302">
                  <c:v>30.10</c:v>
                </c:pt>
                <c:pt idx="303">
                  <c:v>31.10</c:v>
                </c:pt>
                <c:pt idx="304">
                  <c:v>01.11</c:v>
                </c:pt>
                <c:pt idx="305">
                  <c:v>02.11</c:v>
                </c:pt>
                <c:pt idx="306">
                  <c:v>03.11</c:v>
                </c:pt>
                <c:pt idx="307">
                  <c:v>04.11</c:v>
                </c:pt>
                <c:pt idx="308">
                  <c:v>05.11</c:v>
                </c:pt>
                <c:pt idx="309">
                  <c:v>06.11</c:v>
                </c:pt>
                <c:pt idx="310">
                  <c:v>07.11</c:v>
                </c:pt>
                <c:pt idx="311">
                  <c:v>08.11</c:v>
                </c:pt>
                <c:pt idx="312">
                  <c:v>09.11</c:v>
                </c:pt>
                <c:pt idx="313">
                  <c:v>10.11</c:v>
                </c:pt>
                <c:pt idx="314">
                  <c:v>11.11</c:v>
                </c:pt>
                <c:pt idx="315">
                  <c:v>12.11</c:v>
                </c:pt>
                <c:pt idx="316">
                  <c:v>13.11</c:v>
                </c:pt>
                <c:pt idx="317">
                  <c:v>14.11</c:v>
                </c:pt>
                <c:pt idx="318">
                  <c:v>15.11</c:v>
                </c:pt>
                <c:pt idx="319">
                  <c:v>16.11</c:v>
                </c:pt>
                <c:pt idx="320">
                  <c:v>17.11</c:v>
                </c:pt>
                <c:pt idx="321">
                  <c:v>18.11</c:v>
                </c:pt>
                <c:pt idx="322">
                  <c:v>19.11</c:v>
                </c:pt>
                <c:pt idx="323">
                  <c:v>20.11</c:v>
                </c:pt>
                <c:pt idx="324">
                  <c:v>21.11</c:v>
                </c:pt>
                <c:pt idx="325">
                  <c:v>22.11</c:v>
                </c:pt>
                <c:pt idx="326">
                  <c:v>23.11</c:v>
                </c:pt>
                <c:pt idx="327">
                  <c:v>24.11</c:v>
                </c:pt>
                <c:pt idx="328">
                  <c:v>25.11</c:v>
                </c:pt>
                <c:pt idx="329">
                  <c:v>26.11</c:v>
                </c:pt>
                <c:pt idx="330">
                  <c:v>27.11</c:v>
                </c:pt>
                <c:pt idx="331">
                  <c:v>28.11</c:v>
                </c:pt>
                <c:pt idx="332">
                  <c:v>29.11</c:v>
                </c:pt>
                <c:pt idx="333">
                  <c:v>30.11</c:v>
                </c:pt>
                <c:pt idx="334">
                  <c:v>01.12</c:v>
                </c:pt>
                <c:pt idx="335">
                  <c:v>02.12</c:v>
                </c:pt>
                <c:pt idx="336">
                  <c:v>03.12</c:v>
                </c:pt>
                <c:pt idx="337">
                  <c:v>04.12</c:v>
                </c:pt>
                <c:pt idx="338">
                  <c:v>05.12</c:v>
                </c:pt>
                <c:pt idx="339">
                  <c:v>06.12</c:v>
                </c:pt>
                <c:pt idx="340">
                  <c:v>07.12</c:v>
                </c:pt>
                <c:pt idx="341">
                  <c:v>08.12</c:v>
                </c:pt>
                <c:pt idx="342">
                  <c:v>09.12</c:v>
                </c:pt>
                <c:pt idx="343">
                  <c:v>10.12</c:v>
                </c:pt>
                <c:pt idx="344">
                  <c:v>11.12</c:v>
                </c:pt>
                <c:pt idx="345">
                  <c:v>12.12</c:v>
                </c:pt>
                <c:pt idx="346">
                  <c:v>13.12</c:v>
                </c:pt>
                <c:pt idx="347">
                  <c:v>14.12</c:v>
                </c:pt>
                <c:pt idx="348">
                  <c:v>15.12</c:v>
                </c:pt>
                <c:pt idx="349">
                  <c:v>16.12</c:v>
                </c:pt>
                <c:pt idx="350">
                  <c:v>17.12</c:v>
                </c:pt>
                <c:pt idx="351">
                  <c:v>18.12</c:v>
                </c:pt>
                <c:pt idx="352">
                  <c:v>19.12</c:v>
                </c:pt>
                <c:pt idx="353">
                  <c:v>20.12</c:v>
                </c:pt>
                <c:pt idx="354">
                  <c:v>21.12</c:v>
                </c:pt>
                <c:pt idx="355">
                  <c:v>22.12</c:v>
                </c:pt>
                <c:pt idx="356">
                  <c:v>23.12</c:v>
                </c:pt>
                <c:pt idx="357">
                  <c:v>24.12</c:v>
                </c:pt>
                <c:pt idx="358">
                  <c:v>25.12</c:v>
                </c:pt>
                <c:pt idx="359">
                  <c:v>26.12</c:v>
                </c:pt>
                <c:pt idx="360">
                  <c:v>27.12</c:v>
                </c:pt>
                <c:pt idx="361">
                  <c:v>28.12</c:v>
                </c:pt>
                <c:pt idx="362">
                  <c:v>29.12</c:v>
                </c:pt>
                <c:pt idx="363">
                  <c:v>30.12</c:v>
                </c:pt>
                <c:pt idx="364">
                  <c:v>31.12</c:v>
                </c:pt>
              </c:strCache>
            </c:strRef>
          </c:cat>
          <c:val>
            <c:numRef>
              <c:f>'pivot tables'!$Q$42:$Q$407</c:f>
              <c:numCache>
                <c:formatCode>General</c:formatCode>
                <c:ptCount val="365"/>
                <c:pt idx="0">
                  <c:v>44.620104166666664</c:v>
                </c:pt>
                <c:pt idx="1">
                  <c:v>52.597395833333344</c:v>
                </c:pt>
                <c:pt idx="2">
                  <c:v>39.301874999999988</c:v>
                </c:pt>
                <c:pt idx="3">
                  <c:v>56.770312500000017</c:v>
                </c:pt>
                <c:pt idx="4">
                  <c:v>53.101770833333326</c:v>
                </c:pt>
                <c:pt idx="5">
                  <c:v>52.40947916666665</c:v>
                </c:pt>
                <c:pt idx="6">
                  <c:v>84.216041666666683</c:v>
                </c:pt>
                <c:pt idx="7">
                  <c:v>74.716354166666676</c:v>
                </c:pt>
                <c:pt idx="8">
                  <c:v>59.313645833333339</c:v>
                </c:pt>
                <c:pt idx="9">
                  <c:v>51.002083333333303</c:v>
                </c:pt>
                <c:pt idx="10">
                  <c:v>54.781979166666673</c:v>
                </c:pt>
                <c:pt idx="11">
                  <c:v>45.52208333333332</c:v>
                </c:pt>
                <c:pt idx="12">
                  <c:v>45.705833333333345</c:v>
                </c:pt>
                <c:pt idx="13">
                  <c:v>68.896354166666683</c:v>
                </c:pt>
                <c:pt idx="14">
                  <c:v>79.20031250000001</c:v>
                </c:pt>
                <c:pt idx="15">
                  <c:v>56.267187500000013</c:v>
                </c:pt>
                <c:pt idx="16">
                  <c:v>52.998437499999994</c:v>
                </c:pt>
                <c:pt idx="17">
                  <c:v>59.477916666666665</c:v>
                </c:pt>
                <c:pt idx="18">
                  <c:v>45.342291666666675</c:v>
                </c:pt>
                <c:pt idx="19">
                  <c:v>38.542604166666663</c:v>
                </c:pt>
                <c:pt idx="20">
                  <c:v>29.146770833333349</c:v>
                </c:pt>
                <c:pt idx="21">
                  <c:v>43.443125000000002</c:v>
                </c:pt>
                <c:pt idx="22">
                  <c:v>51.543958333333329</c:v>
                </c:pt>
                <c:pt idx="23">
                  <c:v>48.929166666666667</c:v>
                </c:pt>
                <c:pt idx="24">
                  <c:v>64.522187499999987</c:v>
                </c:pt>
                <c:pt idx="25">
                  <c:v>60.411458333333321</c:v>
                </c:pt>
                <c:pt idx="26">
                  <c:v>59.721249999999976</c:v>
                </c:pt>
                <c:pt idx="27">
                  <c:v>55.500104166666667</c:v>
                </c:pt>
                <c:pt idx="28">
                  <c:v>48.44895833333333</c:v>
                </c:pt>
                <c:pt idx="29">
                  <c:v>47.510104166666657</c:v>
                </c:pt>
                <c:pt idx="30">
                  <c:v>45.21791666666666</c:v>
                </c:pt>
                <c:pt idx="31">
                  <c:v>59.543854166666705</c:v>
                </c:pt>
                <c:pt idx="32">
                  <c:v>56.003749999999975</c:v>
                </c:pt>
                <c:pt idx="33">
                  <c:v>45.799895833333323</c:v>
                </c:pt>
                <c:pt idx="34">
                  <c:v>50.089791666666684</c:v>
                </c:pt>
                <c:pt idx="35">
                  <c:v>51.039270833333326</c:v>
                </c:pt>
                <c:pt idx="36">
                  <c:v>35.649166666666666</c:v>
                </c:pt>
                <c:pt idx="37">
                  <c:v>19.498229166666665</c:v>
                </c:pt>
                <c:pt idx="38">
                  <c:v>49.365520833333314</c:v>
                </c:pt>
                <c:pt idx="39">
                  <c:v>64.001874999999998</c:v>
                </c:pt>
                <c:pt idx="40">
                  <c:v>65.841562499999995</c:v>
                </c:pt>
                <c:pt idx="41">
                  <c:v>77.041249999999977</c:v>
                </c:pt>
                <c:pt idx="42">
                  <c:v>64.642916666666665</c:v>
                </c:pt>
                <c:pt idx="43">
                  <c:v>54.897604166666667</c:v>
                </c:pt>
                <c:pt idx="44">
                  <c:v>49.002291666666657</c:v>
                </c:pt>
                <c:pt idx="45">
                  <c:v>55.501249999999992</c:v>
                </c:pt>
                <c:pt idx="46">
                  <c:v>53.300625000000004</c:v>
                </c:pt>
                <c:pt idx="47">
                  <c:v>49.960312499999986</c:v>
                </c:pt>
                <c:pt idx="48">
                  <c:v>46.321249999999985</c:v>
                </c:pt>
                <c:pt idx="49">
                  <c:v>48.087395833333318</c:v>
                </c:pt>
                <c:pt idx="50">
                  <c:v>34.368124999999999</c:v>
                </c:pt>
                <c:pt idx="51">
                  <c:v>32.001562500000006</c:v>
                </c:pt>
                <c:pt idx="52">
                  <c:v>49.651354166666685</c:v>
                </c:pt>
                <c:pt idx="53">
                  <c:v>46.161770833333314</c:v>
                </c:pt>
                <c:pt idx="54">
                  <c:v>41.218645833333341</c:v>
                </c:pt>
                <c:pt idx="55">
                  <c:v>45.414166666666659</c:v>
                </c:pt>
                <c:pt idx="56">
                  <c:v>48.692916666666669</c:v>
                </c:pt>
                <c:pt idx="57">
                  <c:v>43.996354166666684</c:v>
                </c:pt>
                <c:pt idx="58">
                  <c:v>41.752187499999991</c:v>
                </c:pt>
                <c:pt idx="59">
                  <c:v>54.999583333333312</c:v>
                </c:pt>
                <c:pt idx="60">
                  <c:v>54.368437500000006</c:v>
                </c:pt>
                <c:pt idx="61">
                  <c:v>52.44791666666665</c:v>
                </c:pt>
                <c:pt idx="62">
                  <c:v>50.890520833333341</c:v>
                </c:pt>
                <c:pt idx="63">
                  <c:v>52.298020833333311</c:v>
                </c:pt>
                <c:pt idx="64">
                  <c:v>44.698854166666656</c:v>
                </c:pt>
                <c:pt idx="65">
                  <c:v>42.107812500000009</c:v>
                </c:pt>
                <c:pt idx="66">
                  <c:v>58.999895833333362</c:v>
                </c:pt>
                <c:pt idx="67">
                  <c:v>60.541354166666657</c:v>
                </c:pt>
                <c:pt idx="68">
                  <c:v>49.249687500000014</c:v>
                </c:pt>
                <c:pt idx="69">
                  <c:v>21.724479166666669</c:v>
                </c:pt>
                <c:pt idx="70">
                  <c:v>21.495312500000001</c:v>
                </c:pt>
                <c:pt idx="71">
                  <c:v>4.1842708333333318</c:v>
                </c:pt>
                <c:pt idx="72">
                  <c:v>3.7970833333333291</c:v>
                </c:pt>
                <c:pt idx="73">
                  <c:v>43.266145833333333</c:v>
                </c:pt>
                <c:pt idx="74">
                  <c:v>55.963645833333366</c:v>
                </c:pt>
                <c:pt idx="75">
                  <c:v>59.198333333333316</c:v>
                </c:pt>
                <c:pt idx="76">
                  <c:v>62.676666666666655</c:v>
                </c:pt>
                <c:pt idx="77">
                  <c:v>56.446666666666651</c:v>
                </c:pt>
                <c:pt idx="78">
                  <c:v>51.383749999999999</c:v>
                </c:pt>
                <c:pt idx="79">
                  <c:v>36.100312499999994</c:v>
                </c:pt>
                <c:pt idx="80">
                  <c:v>60.227604166666652</c:v>
                </c:pt>
                <c:pt idx="81">
                  <c:v>61.458333333333336</c:v>
                </c:pt>
                <c:pt idx="82">
                  <c:v>56.200833333333343</c:v>
                </c:pt>
                <c:pt idx="83">
                  <c:v>58.998541666666675</c:v>
                </c:pt>
                <c:pt idx="84">
                  <c:v>49.413541666666681</c:v>
                </c:pt>
                <c:pt idx="85">
                  <c:v>26.571249999999988</c:v>
                </c:pt>
                <c:pt idx="86">
                  <c:v>24.193260869565229</c:v>
                </c:pt>
                <c:pt idx="87">
                  <c:v>43.998333333333306</c:v>
                </c:pt>
                <c:pt idx="88">
                  <c:v>53.501562499999984</c:v>
                </c:pt>
                <c:pt idx="89">
                  <c:v>58.773333333333341</c:v>
                </c:pt>
                <c:pt idx="90">
                  <c:v>52.52447916666668</c:v>
                </c:pt>
                <c:pt idx="91">
                  <c:v>36.178645833333327</c:v>
                </c:pt>
                <c:pt idx="92">
                  <c:v>39.935833333333328</c:v>
                </c:pt>
                <c:pt idx="93">
                  <c:v>38.980208333333344</c:v>
                </c:pt>
                <c:pt idx="94">
                  <c:v>13.900104166666667</c:v>
                </c:pt>
                <c:pt idx="95">
                  <c:v>53.501875000000005</c:v>
                </c:pt>
                <c:pt idx="96">
                  <c:v>47.000104166666681</c:v>
                </c:pt>
                <c:pt idx="97">
                  <c:v>58.499999999999979</c:v>
                </c:pt>
                <c:pt idx="98">
                  <c:v>55.298645833333332</c:v>
                </c:pt>
                <c:pt idx="99">
                  <c:v>58.074166666666663</c:v>
                </c:pt>
                <c:pt idx="100">
                  <c:v>45.099479166666669</c:v>
                </c:pt>
                <c:pt idx="101">
                  <c:v>61.712708333333325</c:v>
                </c:pt>
                <c:pt idx="102">
                  <c:v>61.50104166666668</c:v>
                </c:pt>
                <c:pt idx="103">
                  <c:v>69.999270833333327</c:v>
                </c:pt>
                <c:pt idx="104">
                  <c:v>69.663124999999994</c:v>
                </c:pt>
                <c:pt idx="105">
                  <c:v>64.209583333333342</c:v>
                </c:pt>
                <c:pt idx="106">
                  <c:v>59.497916666666661</c:v>
                </c:pt>
                <c:pt idx="107">
                  <c:v>57.381354166666647</c:v>
                </c:pt>
                <c:pt idx="108">
                  <c:v>73.498541666666696</c:v>
                </c:pt>
                <c:pt idx="109">
                  <c:v>76.319166666666689</c:v>
                </c:pt>
                <c:pt idx="110">
                  <c:v>60.698749999999997</c:v>
                </c:pt>
                <c:pt idx="111">
                  <c:v>50.002499999999998</c:v>
                </c:pt>
                <c:pt idx="112">
                  <c:v>60.278020833333379</c:v>
                </c:pt>
                <c:pt idx="113">
                  <c:v>53.290937499999984</c:v>
                </c:pt>
                <c:pt idx="114">
                  <c:v>40.697708333333331</c:v>
                </c:pt>
                <c:pt idx="115">
                  <c:v>63.999270833333334</c:v>
                </c:pt>
                <c:pt idx="116">
                  <c:v>61.756458333333313</c:v>
                </c:pt>
                <c:pt idx="117">
                  <c:v>61.022812500000022</c:v>
                </c:pt>
                <c:pt idx="118">
                  <c:v>59.155520833333355</c:v>
                </c:pt>
                <c:pt idx="119">
                  <c:v>69.077187500000008</c:v>
                </c:pt>
                <c:pt idx="120">
                  <c:v>59.551666666666677</c:v>
                </c:pt>
                <c:pt idx="121">
                  <c:v>48.025520833333331</c:v>
                </c:pt>
                <c:pt idx="122">
                  <c:v>63.598854166666662</c:v>
                </c:pt>
                <c:pt idx="123">
                  <c:v>30.247604166666665</c:v>
                </c:pt>
                <c:pt idx="124">
                  <c:v>34.156458333333326</c:v>
                </c:pt>
                <c:pt idx="125">
                  <c:v>66.278854166666662</c:v>
                </c:pt>
                <c:pt idx="126">
                  <c:v>67.352812500000013</c:v>
                </c:pt>
                <c:pt idx="127">
                  <c:v>54.09791666666667</c:v>
                </c:pt>
                <c:pt idx="128">
                  <c:v>0.99729166666667102</c:v>
                </c:pt>
                <c:pt idx="129">
                  <c:v>60.100624999999958</c:v>
                </c:pt>
                <c:pt idx="130">
                  <c:v>72.189166666666651</c:v>
                </c:pt>
                <c:pt idx="131">
                  <c:v>69.970416666666665</c:v>
                </c:pt>
                <c:pt idx="132">
                  <c:v>55.846875000000004</c:v>
                </c:pt>
                <c:pt idx="133">
                  <c:v>63.924270833333303</c:v>
                </c:pt>
                <c:pt idx="134">
                  <c:v>63.630625000000009</c:v>
                </c:pt>
                <c:pt idx="135">
                  <c:v>45.759791666666672</c:v>
                </c:pt>
                <c:pt idx="136">
                  <c:v>67.794479166666648</c:v>
                </c:pt>
                <c:pt idx="137">
                  <c:v>74.201145833333342</c:v>
                </c:pt>
                <c:pt idx="138">
                  <c:v>77.443541666666661</c:v>
                </c:pt>
                <c:pt idx="139">
                  <c:v>72.141458333333318</c:v>
                </c:pt>
                <c:pt idx="140">
                  <c:v>43.084270833333335</c:v>
                </c:pt>
                <c:pt idx="141">
                  <c:v>-4.6480208333333337</c:v>
                </c:pt>
                <c:pt idx="142">
                  <c:v>16.038437499999997</c:v>
                </c:pt>
                <c:pt idx="143">
                  <c:v>17.938229166666662</c:v>
                </c:pt>
                <c:pt idx="144">
                  <c:v>59.697395833333331</c:v>
                </c:pt>
                <c:pt idx="145">
                  <c:v>64.913854166666653</c:v>
                </c:pt>
                <c:pt idx="146">
                  <c:v>70.249999999999986</c:v>
                </c:pt>
                <c:pt idx="147">
                  <c:v>75.499687500000007</c:v>
                </c:pt>
                <c:pt idx="148">
                  <c:v>58.838750000000005</c:v>
                </c:pt>
                <c:pt idx="149">
                  <c:v>44.851354166666681</c:v>
                </c:pt>
                <c:pt idx="150">
                  <c:v>69.497916666666654</c:v>
                </c:pt>
                <c:pt idx="151">
                  <c:v>68.844479166666687</c:v>
                </c:pt>
                <c:pt idx="152">
                  <c:v>66.007604166666667</c:v>
                </c:pt>
                <c:pt idx="153">
                  <c:v>60.500729166666694</c:v>
                </c:pt>
                <c:pt idx="154">
                  <c:v>72.100104166666711</c:v>
                </c:pt>
                <c:pt idx="155">
                  <c:v>61.736979166666657</c:v>
                </c:pt>
                <c:pt idx="156">
                  <c:v>51.107812499999994</c:v>
                </c:pt>
                <c:pt idx="157">
                  <c:v>73.741145833333334</c:v>
                </c:pt>
                <c:pt idx="158">
                  <c:v>77.501458333333318</c:v>
                </c:pt>
                <c:pt idx="159">
                  <c:v>78.249583333333334</c:v>
                </c:pt>
                <c:pt idx="160">
                  <c:v>78.363437500000018</c:v>
                </c:pt>
                <c:pt idx="161">
                  <c:v>74.684270833333315</c:v>
                </c:pt>
                <c:pt idx="162">
                  <c:v>38.417187500000011</c:v>
                </c:pt>
                <c:pt idx="163">
                  <c:v>23.251666666666676</c:v>
                </c:pt>
                <c:pt idx="164">
                  <c:v>75.699895833333343</c:v>
                </c:pt>
                <c:pt idx="165">
                  <c:v>82.751770833333325</c:v>
                </c:pt>
                <c:pt idx="166">
                  <c:v>83.737499999999997</c:v>
                </c:pt>
                <c:pt idx="167">
                  <c:v>78.876354166666687</c:v>
                </c:pt>
                <c:pt idx="168">
                  <c:v>81.045416666666696</c:v>
                </c:pt>
                <c:pt idx="169">
                  <c:v>68.250312499999993</c:v>
                </c:pt>
                <c:pt idx="170">
                  <c:v>52.748333333333342</c:v>
                </c:pt>
                <c:pt idx="171">
                  <c:v>82.539791666666702</c:v>
                </c:pt>
                <c:pt idx="172">
                  <c:v>82.977187499999985</c:v>
                </c:pt>
                <c:pt idx="173">
                  <c:v>95.560729166666661</c:v>
                </c:pt>
                <c:pt idx="174">
                  <c:v>98.019895833333308</c:v>
                </c:pt>
                <c:pt idx="175">
                  <c:v>89.720937500000005</c:v>
                </c:pt>
                <c:pt idx="176">
                  <c:v>76.488958333333358</c:v>
                </c:pt>
                <c:pt idx="177">
                  <c:v>63.588958333333302</c:v>
                </c:pt>
                <c:pt idx="178">
                  <c:v>87.001458333333304</c:v>
                </c:pt>
                <c:pt idx="179">
                  <c:v>92.264270833333356</c:v>
                </c:pt>
                <c:pt idx="180">
                  <c:v>91.354687500000026</c:v>
                </c:pt>
                <c:pt idx="181">
                  <c:v>88.100625000000022</c:v>
                </c:pt>
                <c:pt idx="182">
                  <c:v>99.388645833333342</c:v>
                </c:pt>
                <c:pt idx="183">
                  <c:v>84.261666666666642</c:v>
                </c:pt>
                <c:pt idx="184">
                  <c:v>79.301249999999982</c:v>
                </c:pt>
                <c:pt idx="185">
                  <c:v>94.999166666666625</c:v>
                </c:pt>
                <c:pt idx="186">
                  <c:v>82.512500000000003</c:v>
                </c:pt>
                <c:pt idx="187">
                  <c:v>99.659270833333323</c:v>
                </c:pt>
                <c:pt idx="188">
                  <c:v>105.96177083333333</c:v>
                </c:pt>
                <c:pt idx="189">
                  <c:v>91.959583333333342</c:v>
                </c:pt>
                <c:pt idx="190">
                  <c:v>80.249583333333376</c:v>
                </c:pt>
                <c:pt idx="191">
                  <c:v>78.149375000000006</c:v>
                </c:pt>
                <c:pt idx="192">
                  <c:v>90.555833333333339</c:v>
                </c:pt>
                <c:pt idx="193">
                  <c:v>94.00208333333336</c:v>
                </c:pt>
                <c:pt idx="194">
                  <c:v>86.199895833333301</c:v>
                </c:pt>
                <c:pt idx="195">
                  <c:v>86.999791666666638</c:v>
                </c:pt>
                <c:pt idx="196">
                  <c:v>86.252291666666679</c:v>
                </c:pt>
                <c:pt idx="197">
                  <c:v>63.00124999999997</c:v>
                </c:pt>
                <c:pt idx="198">
                  <c:v>50.410312500000003</c:v>
                </c:pt>
                <c:pt idx="199">
                  <c:v>87.497604166666648</c:v>
                </c:pt>
                <c:pt idx="200">
                  <c:v>92.490104166666683</c:v>
                </c:pt>
                <c:pt idx="201">
                  <c:v>95.780208333333334</c:v>
                </c:pt>
                <c:pt idx="202">
                  <c:v>92.294791666666697</c:v>
                </c:pt>
                <c:pt idx="203">
                  <c:v>88.417187499999997</c:v>
                </c:pt>
                <c:pt idx="204">
                  <c:v>74.750729166666659</c:v>
                </c:pt>
                <c:pt idx="205">
                  <c:v>63.346249999999998</c:v>
                </c:pt>
                <c:pt idx="206">
                  <c:v>89.271249999999966</c:v>
                </c:pt>
                <c:pt idx="207">
                  <c:v>86.429687499999957</c:v>
                </c:pt>
                <c:pt idx="208">
                  <c:v>80.508958333333325</c:v>
                </c:pt>
                <c:pt idx="209">
                  <c:v>51.151250000000033</c:v>
                </c:pt>
                <c:pt idx="210">
                  <c:v>70.686145833333327</c:v>
                </c:pt>
                <c:pt idx="211">
                  <c:v>19.9996875</c:v>
                </c:pt>
                <c:pt idx="212">
                  <c:v>59.202604166666646</c:v>
                </c:pt>
                <c:pt idx="213">
                  <c:v>75.00052083333334</c:v>
                </c:pt>
                <c:pt idx="214">
                  <c:v>96.968020833333355</c:v>
                </c:pt>
                <c:pt idx="215">
                  <c:v>98.502083333333303</c:v>
                </c:pt>
                <c:pt idx="216">
                  <c:v>93.001250000000041</c:v>
                </c:pt>
                <c:pt idx="217">
                  <c:v>70.49562499999999</c:v>
                </c:pt>
                <c:pt idx="218">
                  <c:v>65.000624999999999</c:v>
                </c:pt>
                <c:pt idx="219">
                  <c:v>13.305312500000001</c:v>
                </c:pt>
                <c:pt idx="220">
                  <c:v>74.002291666666665</c:v>
                </c:pt>
                <c:pt idx="221">
                  <c:v>89.708437499999988</c:v>
                </c:pt>
                <c:pt idx="222">
                  <c:v>102.7571875</c:v>
                </c:pt>
                <c:pt idx="223">
                  <c:v>103.25</c:v>
                </c:pt>
                <c:pt idx="224">
                  <c:v>95.522187499999987</c:v>
                </c:pt>
                <c:pt idx="225">
                  <c:v>59.588229166666657</c:v>
                </c:pt>
                <c:pt idx="226">
                  <c:v>56.049479166666664</c:v>
                </c:pt>
                <c:pt idx="227">
                  <c:v>67.300937500000003</c:v>
                </c:pt>
                <c:pt idx="228">
                  <c:v>56.339166666666678</c:v>
                </c:pt>
                <c:pt idx="229">
                  <c:v>78.281770833333383</c:v>
                </c:pt>
                <c:pt idx="230">
                  <c:v>93.916666666666643</c:v>
                </c:pt>
                <c:pt idx="231">
                  <c:v>102.59322916666663</c:v>
                </c:pt>
                <c:pt idx="232">
                  <c:v>88.064687500000005</c:v>
                </c:pt>
                <c:pt idx="233">
                  <c:v>70.997499999999974</c:v>
                </c:pt>
                <c:pt idx="234">
                  <c:v>87.000312500000021</c:v>
                </c:pt>
                <c:pt idx="235">
                  <c:v>97.337916666666658</c:v>
                </c:pt>
                <c:pt idx="236">
                  <c:v>86.275208333333339</c:v>
                </c:pt>
                <c:pt idx="237">
                  <c:v>90.351875000000064</c:v>
                </c:pt>
                <c:pt idx="238">
                  <c:v>91.298020833333396</c:v>
                </c:pt>
                <c:pt idx="239">
                  <c:v>82.743229166666666</c:v>
                </c:pt>
                <c:pt idx="240">
                  <c:v>71.751770833333296</c:v>
                </c:pt>
                <c:pt idx="241">
                  <c:v>98.098749999999995</c:v>
                </c:pt>
                <c:pt idx="242">
                  <c:v>109.88510416666666</c:v>
                </c:pt>
                <c:pt idx="243">
                  <c:v>115.78541666666662</c:v>
                </c:pt>
                <c:pt idx="244">
                  <c:v>120.26302083333333</c:v>
                </c:pt>
                <c:pt idx="245">
                  <c:v>107.93843750000001</c:v>
                </c:pt>
                <c:pt idx="246">
                  <c:v>105.04916666666668</c:v>
                </c:pt>
                <c:pt idx="247">
                  <c:v>91.885729166666678</c:v>
                </c:pt>
                <c:pt idx="248">
                  <c:v>126.48468750000001</c:v>
                </c:pt>
                <c:pt idx="249">
                  <c:v>130.00197916666662</c:v>
                </c:pt>
                <c:pt idx="250">
                  <c:v>121.10552083333333</c:v>
                </c:pt>
                <c:pt idx="251">
                  <c:v>127.76843750000006</c:v>
                </c:pt>
                <c:pt idx="252">
                  <c:v>134.8236458333333</c:v>
                </c:pt>
                <c:pt idx="253">
                  <c:v>120.54635416666663</c:v>
                </c:pt>
                <c:pt idx="254">
                  <c:v>105.70531250000006</c:v>
                </c:pt>
                <c:pt idx="255">
                  <c:v>138.03260416666669</c:v>
                </c:pt>
                <c:pt idx="256">
                  <c:v>145.43104166666666</c:v>
                </c:pt>
                <c:pt idx="257">
                  <c:v>162.57656249999994</c:v>
                </c:pt>
                <c:pt idx="258">
                  <c:v>156.7590625</c:v>
                </c:pt>
                <c:pt idx="259">
                  <c:v>158.08729166666669</c:v>
                </c:pt>
                <c:pt idx="260">
                  <c:v>140.83562500000002</c:v>
                </c:pt>
                <c:pt idx="261">
                  <c:v>115.49510416666668</c:v>
                </c:pt>
                <c:pt idx="262">
                  <c:v>158.24385416666661</c:v>
                </c:pt>
                <c:pt idx="263">
                  <c:v>155.50010416666663</c:v>
                </c:pt>
                <c:pt idx="264">
                  <c:v>146.68750000000006</c:v>
                </c:pt>
                <c:pt idx="265">
                  <c:v>83.48208333333335</c:v>
                </c:pt>
                <c:pt idx="266">
                  <c:v>111.14510416666668</c:v>
                </c:pt>
                <c:pt idx="267">
                  <c:v>129.74437499999996</c:v>
                </c:pt>
                <c:pt idx="268">
                  <c:v>118.09166666666665</c:v>
                </c:pt>
                <c:pt idx="269">
                  <c:v>145.84145833333338</c:v>
                </c:pt>
                <c:pt idx="270">
                  <c:v>163.25614583333328</c:v>
                </c:pt>
                <c:pt idx="271">
                  <c:v>145.19927083333332</c:v>
                </c:pt>
                <c:pt idx="272">
                  <c:v>108.13854166666665</c:v>
                </c:pt>
                <c:pt idx="273">
                  <c:v>109.79989583333337</c:v>
                </c:pt>
                <c:pt idx="274">
                  <c:v>105.50854166666674</c:v>
                </c:pt>
                <c:pt idx="275">
                  <c:v>34.002708333333338</c:v>
                </c:pt>
                <c:pt idx="276">
                  <c:v>168.50562499999992</c:v>
                </c:pt>
                <c:pt idx="277">
                  <c:v>158.49625</c:v>
                </c:pt>
                <c:pt idx="278">
                  <c:v>182.00250000000003</c:v>
                </c:pt>
                <c:pt idx="279">
                  <c:v>335.24208333333326</c:v>
                </c:pt>
                <c:pt idx="280">
                  <c:v>219.99927083333341</c:v>
                </c:pt>
                <c:pt idx="281">
                  <c:v>149.71541666666664</c:v>
                </c:pt>
                <c:pt idx="282">
                  <c:v>148.86156250000002</c:v>
                </c:pt>
                <c:pt idx="283">
                  <c:v>185.12479166666665</c:v>
                </c:pt>
                <c:pt idx="284">
                  <c:v>171.6186458333334</c:v>
                </c:pt>
                <c:pt idx="285">
                  <c:v>194.30145833333336</c:v>
                </c:pt>
                <c:pt idx="286">
                  <c:v>164.25</c:v>
                </c:pt>
                <c:pt idx="287">
                  <c:v>135.99968749999999</c:v>
                </c:pt>
                <c:pt idx="288">
                  <c:v>158.70406249999999</c:v>
                </c:pt>
                <c:pt idx="289">
                  <c:v>139.0083333333333</c:v>
                </c:pt>
                <c:pt idx="290">
                  <c:v>211.8261458333333</c:v>
                </c:pt>
                <c:pt idx="291">
                  <c:v>142.30177083333331</c:v>
                </c:pt>
                <c:pt idx="292">
                  <c:v>62.884999999999998</c:v>
                </c:pt>
                <c:pt idx="293">
                  <c:v>51.881354166666661</c:v>
                </c:pt>
                <c:pt idx="294">
                  <c:v>67.157083333333318</c:v>
                </c:pt>
                <c:pt idx="295">
                  <c:v>138.50187499999996</c:v>
                </c:pt>
                <c:pt idx="296">
                  <c:v>114.34364583333324</c:v>
                </c:pt>
                <c:pt idx="297">
                  <c:v>185.00812500000004</c:v>
                </c:pt>
                <c:pt idx="298">
                  <c:v>185.99916666666664</c:v>
                </c:pt>
                <c:pt idx="299">
                  <c:v>141.81302083333335</c:v>
                </c:pt>
                <c:pt idx="300">
                  <c:v>154.18135416666669</c:v>
                </c:pt>
                <c:pt idx="301">
                  <c:v>123.49770833333338</c:v>
                </c:pt>
                <c:pt idx="302">
                  <c:v>92.102291666666645</c:v>
                </c:pt>
                <c:pt idx="303">
                  <c:v>63.792899999999982</c:v>
                </c:pt>
                <c:pt idx="304">
                  <c:v>80.499270833333341</c:v>
                </c:pt>
                <c:pt idx="305">
                  <c:v>203.29510416666673</c:v>
                </c:pt>
                <c:pt idx="306">
                  <c:v>209.00260416666677</c:v>
                </c:pt>
                <c:pt idx="307">
                  <c:v>178.00093750000008</c:v>
                </c:pt>
                <c:pt idx="308">
                  <c:v>154.50458333333336</c:v>
                </c:pt>
                <c:pt idx="309">
                  <c:v>83.881562500000001</c:v>
                </c:pt>
                <c:pt idx="310">
                  <c:v>43.723020833333329</c:v>
                </c:pt>
                <c:pt idx="311">
                  <c:v>165.58625000000006</c:v>
                </c:pt>
                <c:pt idx="312">
                  <c:v>175.80437500000002</c:v>
                </c:pt>
                <c:pt idx="313">
                  <c:v>198.9991666666667</c:v>
                </c:pt>
                <c:pt idx="314">
                  <c:v>184.82416666666666</c:v>
                </c:pt>
                <c:pt idx="315">
                  <c:v>165.49312499999996</c:v>
                </c:pt>
                <c:pt idx="316">
                  <c:v>162.30177083333339</c:v>
                </c:pt>
                <c:pt idx="317">
                  <c:v>140.81750000000002</c:v>
                </c:pt>
                <c:pt idx="318">
                  <c:v>201.00718750000001</c:v>
                </c:pt>
                <c:pt idx="319">
                  <c:v>234.99843749999994</c:v>
                </c:pt>
                <c:pt idx="320">
                  <c:v>170.00125</c:v>
                </c:pt>
                <c:pt idx="321">
                  <c:v>128.49822916666668</c:v>
                </c:pt>
                <c:pt idx="322">
                  <c:v>130.00156249999995</c:v>
                </c:pt>
                <c:pt idx="323">
                  <c:v>117.00177083333337</c:v>
                </c:pt>
                <c:pt idx="324">
                  <c:v>156.80354166666666</c:v>
                </c:pt>
                <c:pt idx="325">
                  <c:v>224.98427083333334</c:v>
                </c:pt>
                <c:pt idx="326">
                  <c:v>234.5566666666667</c:v>
                </c:pt>
                <c:pt idx="327">
                  <c:v>282.96760416666683</c:v>
                </c:pt>
                <c:pt idx="328">
                  <c:v>228.00250000000003</c:v>
                </c:pt>
                <c:pt idx="329">
                  <c:v>206.00874999999996</c:v>
                </c:pt>
                <c:pt idx="330">
                  <c:v>197.93187499999999</c:v>
                </c:pt>
                <c:pt idx="331">
                  <c:v>203.99760416666666</c:v>
                </c:pt>
                <c:pt idx="332">
                  <c:v>292.00697916666661</c:v>
                </c:pt>
                <c:pt idx="333">
                  <c:v>128.29552083333334</c:v>
                </c:pt>
                <c:pt idx="334">
                  <c:v>100.04979166666668</c:v>
                </c:pt>
                <c:pt idx="335">
                  <c:v>208.75468750000016</c:v>
                </c:pt>
                <c:pt idx="336">
                  <c:v>137.44197916666658</c:v>
                </c:pt>
                <c:pt idx="337">
                  <c:v>199.46531250000001</c:v>
                </c:pt>
                <c:pt idx="338">
                  <c:v>166.40104166666663</c:v>
                </c:pt>
                <c:pt idx="339">
                  <c:v>270.99874999999992</c:v>
                </c:pt>
                <c:pt idx="340">
                  <c:v>229.99843750000005</c:v>
                </c:pt>
                <c:pt idx="341">
                  <c:v>174.99958333333333</c:v>
                </c:pt>
                <c:pt idx="342">
                  <c:v>274.95656250000008</c:v>
                </c:pt>
                <c:pt idx="343">
                  <c:v>262.1232291666667</c:v>
                </c:pt>
                <c:pt idx="344">
                  <c:v>233.00249999999994</c:v>
                </c:pt>
                <c:pt idx="345">
                  <c:v>169.2903125</c:v>
                </c:pt>
                <c:pt idx="346">
                  <c:v>258.99781249999995</c:v>
                </c:pt>
                <c:pt idx="347">
                  <c:v>293.99468749999988</c:v>
                </c:pt>
                <c:pt idx="348">
                  <c:v>280.33687500000002</c:v>
                </c:pt>
                <c:pt idx="349">
                  <c:v>352.06562499999973</c:v>
                </c:pt>
                <c:pt idx="350">
                  <c:v>351.99791666666653</c:v>
                </c:pt>
                <c:pt idx="351">
                  <c:v>248.50656250000011</c:v>
                </c:pt>
                <c:pt idx="352">
                  <c:v>137.17687500000005</c:v>
                </c:pt>
                <c:pt idx="353">
                  <c:v>350.00229166666685</c:v>
                </c:pt>
                <c:pt idx="354">
                  <c:v>408.67979166666669</c:v>
                </c:pt>
                <c:pt idx="355">
                  <c:v>425.87083333333345</c:v>
                </c:pt>
                <c:pt idx="356">
                  <c:v>293.00979166666656</c:v>
                </c:pt>
                <c:pt idx="357">
                  <c:v>209.0340625</c:v>
                </c:pt>
                <c:pt idx="358">
                  <c:v>236.60312500000001</c:v>
                </c:pt>
                <c:pt idx="359">
                  <c:v>188.66447916666667</c:v>
                </c:pt>
                <c:pt idx="360">
                  <c:v>258.47416666666652</c:v>
                </c:pt>
                <c:pt idx="361">
                  <c:v>122.31333333333333</c:v>
                </c:pt>
                <c:pt idx="362">
                  <c:v>161.1073958333333</c:v>
                </c:pt>
                <c:pt idx="363">
                  <c:v>85.247812500000023</c:v>
                </c:pt>
                <c:pt idx="364">
                  <c:v>19.802395833333332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B02-4364-A118-BEADDAF5286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259924048"/>
        <c:axId val="1259930288"/>
      </c:lineChart>
      <c:catAx>
        <c:axId val="12599240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59930288"/>
        <c:crosses val="autoZero"/>
        <c:auto val="1"/>
        <c:lblAlgn val="ctr"/>
        <c:lblOffset val="100"/>
        <c:noMultiLvlLbl val="0"/>
      </c:catAx>
      <c:valAx>
        <c:axId val="12599302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599240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[appended_day-ahead-prices_complete.xlsx]pivot tables!PivotTable19</c:name>
    <c:fmtId val="37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1" i="0" u="none" strike="noStrike" kern="1200" spc="0" baseline="0" dirty="0">
                <a:solidFill>
                  <a:schemeClr val="tx1"/>
                </a:solidFill>
              </a:rPr>
              <a:t>Day-Ahead price for 2022 (Euro/MWh)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9525" cap="rnd">
            <a:solidFill>
              <a:srgbClr val="7030A0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9525" cap="rnd">
            <a:solidFill>
              <a:srgbClr val="7030A0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9525" cap="rnd">
            <a:solidFill>
              <a:srgbClr val="7030A0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'pivot tables'!$T$41</c:f>
              <c:strCache>
                <c:ptCount val="1"/>
                <c:pt idx="0">
                  <c:v>Total</c:v>
                </c:pt>
              </c:strCache>
            </c:strRef>
          </c:tx>
          <c:spPr>
            <a:ln w="952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cat>
            <c:strRef>
              <c:f>'pivot tables'!$S$42:$S$407</c:f>
              <c:strCache>
                <c:ptCount val="365"/>
                <c:pt idx="0">
                  <c:v>01.01</c:v>
                </c:pt>
                <c:pt idx="1">
                  <c:v>02.01</c:v>
                </c:pt>
                <c:pt idx="2">
                  <c:v>03.01</c:v>
                </c:pt>
                <c:pt idx="3">
                  <c:v>04.01</c:v>
                </c:pt>
                <c:pt idx="4">
                  <c:v>05.01</c:v>
                </c:pt>
                <c:pt idx="5">
                  <c:v>06.01</c:v>
                </c:pt>
                <c:pt idx="6">
                  <c:v>07.01</c:v>
                </c:pt>
                <c:pt idx="7">
                  <c:v>08.01</c:v>
                </c:pt>
                <c:pt idx="8">
                  <c:v>09.01</c:v>
                </c:pt>
                <c:pt idx="9">
                  <c:v>10.01</c:v>
                </c:pt>
                <c:pt idx="10">
                  <c:v>11.01</c:v>
                </c:pt>
                <c:pt idx="11">
                  <c:v>12.01</c:v>
                </c:pt>
                <c:pt idx="12">
                  <c:v>13.01</c:v>
                </c:pt>
                <c:pt idx="13">
                  <c:v>14.01</c:v>
                </c:pt>
                <c:pt idx="14">
                  <c:v>15.01</c:v>
                </c:pt>
                <c:pt idx="15">
                  <c:v>16.01</c:v>
                </c:pt>
                <c:pt idx="16">
                  <c:v>17.01</c:v>
                </c:pt>
                <c:pt idx="17">
                  <c:v>18.01</c:v>
                </c:pt>
                <c:pt idx="18">
                  <c:v>19.01</c:v>
                </c:pt>
                <c:pt idx="19">
                  <c:v>20.01</c:v>
                </c:pt>
                <c:pt idx="20">
                  <c:v>21.01</c:v>
                </c:pt>
                <c:pt idx="21">
                  <c:v>22.01</c:v>
                </c:pt>
                <c:pt idx="22">
                  <c:v>23.01</c:v>
                </c:pt>
                <c:pt idx="23">
                  <c:v>24.01</c:v>
                </c:pt>
                <c:pt idx="24">
                  <c:v>25.01</c:v>
                </c:pt>
                <c:pt idx="25">
                  <c:v>26.01</c:v>
                </c:pt>
                <c:pt idx="26">
                  <c:v>27.01</c:v>
                </c:pt>
                <c:pt idx="27">
                  <c:v>28.01</c:v>
                </c:pt>
                <c:pt idx="28">
                  <c:v>29.01</c:v>
                </c:pt>
                <c:pt idx="29">
                  <c:v>30.01</c:v>
                </c:pt>
                <c:pt idx="30">
                  <c:v>31.01</c:v>
                </c:pt>
                <c:pt idx="31">
                  <c:v>01.02</c:v>
                </c:pt>
                <c:pt idx="32">
                  <c:v>02.02</c:v>
                </c:pt>
                <c:pt idx="33">
                  <c:v>03.02</c:v>
                </c:pt>
                <c:pt idx="34">
                  <c:v>04.02</c:v>
                </c:pt>
                <c:pt idx="35">
                  <c:v>05.02</c:v>
                </c:pt>
                <c:pt idx="36">
                  <c:v>06.02</c:v>
                </c:pt>
                <c:pt idx="37">
                  <c:v>07.02</c:v>
                </c:pt>
                <c:pt idx="38">
                  <c:v>08.02</c:v>
                </c:pt>
                <c:pt idx="39">
                  <c:v>09.02</c:v>
                </c:pt>
                <c:pt idx="40">
                  <c:v>10.02</c:v>
                </c:pt>
                <c:pt idx="41">
                  <c:v>11.02</c:v>
                </c:pt>
                <c:pt idx="42">
                  <c:v>12.02</c:v>
                </c:pt>
                <c:pt idx="43">
                  <c:v>13.02</c:v>
                </c:pt>
                <c:pt idx="44">
                  <c:v>14.02</c:v>
                </c:pt>
                <c:pt idx="45">
                  <c:v>15.02</c:v>
                </c:pt>
                <c:pt idx="46">
                  <c:v>16.02</c:v>
                </c:pt>
                <c:pt idx="47">
                  <c:v>17.02</c:v>
                </c:pt>
                <c:pt idx="48">
                  <c:v>18.02</c:v>
                </c:pt>
                <c:pt idx="49">
                  <c:v>19.02</c:v>
                </c:pt>
                <c:pt idx="50">
                  <c:v>20.02</c:v>
                </c:pt>
                <c:pt idx="51">
                  <c:v>21.02</c:v>
                </c:pt>
                <c:pt idx="52">
                  <c:v>22.02</c:v>
                </c:pt>
                <c:pt idx="53">
                  <c:v>23.02</c:v>
                </c:pt>
                <c:pt idx="54">
                  <c:v>24.02</c:v>
                </c:pt>
                <c:pt idx="55">
                  <c:v>25.02</c:v>
                </c:pt>
                <c:pt idx="56">
                  <c:v>26.02</c:v>
                </c:pt>
                <c:pt idx="57">
                  <c:v>27.02</c:v>
                </c:pt>
                <c:pt idx="58">
                  <c:v>28.02</c:v>
                </c:pt>
                <c:pt idx="59">
                  <c:v>01.03</c:v>
                </c:pt>
                <c:pt idx="60">
                  <c:v>02.03</c:v>
                </c:pt>
                <c:pt idx="61">
                  <c:v>03.03</c:v>
                </c:pt>
                <c:pt idx="62">
                  <c:v>04.03</c:v>
                </c:pt>
                <c:pt idx="63">
                  <c:v>05.03</c:v>
                </c:pt>
                <c:pt idx="64">
                  <c:v>06.03</c:v>
                </c:pt>
                <c:pt idx="65">
                  <c:v>07.03</c:v>
                </c:pt>
                <c:pt idx="66">
                  <c:v>08.03</c:v>
                </c:pt>
                <c:pt idx="67">
                  <c:v>09.03</c:v>
                </c:pt>
                <c:pt idx="68">
                  <c:v>10.03</c:v>
                </c:pt>
                <c:pt idx="69">
                  <c:v>11.03</c:v>
                </c:pt>
                <c:pt idx="70">
                  <c:v>12.03</c:v>
                </c:pt>
                <c:pt idx="71">
                  <c:v>13.03</c:v>
                </c:pt>
                <c:pt idx="72">
                  <c:v>14.03</c:v>
                </c:pt>
                <c:pt idx="73">
                  <c:v>15.03</c:v>
                </c:pt>
                <c:pt idx="74">
                  <c:v>16.03</c:v>
                </c:pt>
                <c:pt idx="75">
                  <c:v>17.03</c:v>
                </c:pt>
                <c:pt idx="76">
                  <c:v>18.03</c:v>
                </c:pt>
                <c:pt idx="77">
                  <c:v>19.03</c:v>
                </c:pt>
                <c:pt idx="78">
                  <c:v>20.03</c:v>
                </c:pt>
                <c:pt idx="79">
                  <c:v>21.03</c:v>
                </c:pt>
                <c:pt idx="80">
                  <c:v>22.03</c:v>
                </c:pt>
                <c:pt idx="81">
                  <c:v>23.03</c:v>
                </c:pt>
                <c:pt idx="82">
                  <c:v>24.03</c:v>
                </c:pt>
                <c:pt idx="83">
                  <c:v>25.03</c:v>
                </c:pt>
                <c:pt idx="84">
                  <c:v>26.03</c:v>
                </c:pt>
                <c:pt idx="85">
                  <c:v>27.03</c:v>
                </c:pt>
                <c:pt idx="86">
                  <c:v>28.03</c:v>
                </c:pt>
                <c:pt idx="87">
                  <c:v>29.03</c:v>
                </c:pt>
                <c:pt idx="88">
                  <c:v>30.03</c:v>
                </c:pt>
                <c:pt idx="89">
                  <c:v>31.03</c:v>
                </c:pt>
                <c:pt idx="90">
                  <c:v>01.04</c:v>
                </c:pt>
                <c:pt idx="91">
                  <c:v>02.04</c:v>
                </c:pt>
                <c:pt idx="92">
                  <c:v>03.04</c:v>
                </c:pt>
                <c:pt idx="93">
                  <c:v>04.04</c:v>
                </c:pt>
                <c:pt idx="94">
                  <c:v>05.04</c:v>
                </c:pt>
                <c:pt idx="95">
                  <c:v>06.04</c:v>
                </c:pt>
                <c:pt idx="96">
                  <c:v>07.04</c:v>
                </c:pt>
                <c:pt idx="97">
                  <c:v>08.04</c:v>
                </c:pt>
                <c:pt idx="98">
                  <c:v>09.04</c:v>
                </c:pt>
                <c:pt idx="99">
                  <c:v>10.04</c:v>
                </c:pt>
                <c:pt idx="100">
                  <c:v>11.04</c:v>
                </c:pt>
                <c:pt idx="101">
                  <c:v>12.04</c:v>
                </c:pt>
                <c:pt idx="102">
                  <c:v>13.04</c:v>
                </c:pt>
                <c:pt idx="103">
                  <c:v>14.04</c:v>
                </c:pt>
                <c:pt idx="104">
                  <c:v>15.04</c:v>
                </c:pt>
                <c:pt idx="105">
                  <c:v>16.04</c:v>
                </c:pt>
                <c:pt idx="106">
                  <c:v>17.04</c:v>
                </c:pt>
                <c:pt idx="107">
                  <c:v>18.04</c:v>
                </c:pt>
                <c:pt idx="108">
                  <c:v>19.04</c:v>
                </c:pt>
                <c:pt idx="109">
                  <c:v>20.04</c:v>
                </c:pt>
                <c:pt idx="110">
                  <c:v>21.04</c:v>
                </c:pt>
                <c:pt idx="111">
                  <c:v>22.04</c:v>
                </c:pt>
                <c:pt idx="112">
                  <c:v>23.04</c:v>
                </c:pt>
                <c:pt idx="113">
                  <c:v>24.04</c:v>
                </c:pt>
                <c:pt idx="114">
                  <c:v>25.04</c:v>
                </c:pt>
                <c:pt idx="115">
                  <c:v>26.04</c:v>
                </c:pt>
                <c:pt idx="116">
                  <c:v>27.04</c:v>
                </c:pt>
                <c:pt idx="117">
                  <c:v>28.04</c:v>
                </c:pt>
                <c:pt idx="118">
                  <c:v>29.04</c:v>
                </c:pt>
                <c:pt idx="119">
                  <c:v>30.04</c:v>
                </c:pt>
                <c:pt idx="120">
                  <c:v>01.05</c:v>
                </c:pt>
                <c:pt idx="121">
                  <c:v>02.05</c:v>
                </c:pt>
                <c:pt idx="122">
                  <c:v>03.05</c:v>
                </c:pt>
                <c:pt idx="123">
                  <c:v>04.05</c:v>
                </c:pt>
                <c:pt idx="124">
                  <c:v>05.05</c:v>
                </c:pt>
                <c:pt idx="125">
                  <c:v>06.05</c:v>
                </c:pt>
                <c:pt idx="126">
                  <c:v>07.05</c:v>
                </c:pt>
                <c:pt idx="127">
                  <c:v>08.05</c:v>
                </c:pt>
                <c:pt idx="128">
                  <c:v>09.05</c:v>
                </c:pt>
                <c:pt idx="129">
                  <c:v>10.05</c:v>
                </c:pt>
                <c:pt idx="130">
                  <c:v>11.05</c:v>
                </c:pt>
                <c:pt idx="131">
                  <c:v>12.05</c:v>
                </c:pt>
                <c:pt idx="132">
                  <c:v>13.05</c:v>
                </c:pt>
                <c:pt idx="133">
                  <c:v>14.05</c:v>
                </c:pt>
                <c:pt idx="134">
                  <c:v>15.05</c:v>
                </c:pt>
                <c:pt idx="135">
                  <c:v>16.05</c:v>
                </c:pt>
                <c:pt idx="136">
                  <c:v>17.05</c:v>
                </c:pt>
                <c:pt idx="137">
                  <c:v>18.05</c:v>
                </c:pt>
                <c:pt idx="138">
                  <c:v>19.05</c:v>
                </c:pt>
                <c:pt idx="139">
                  <c:v>20.05</c:v>
                </c:pt>
                <c:pt idx="140">
                  <c:v>21.05</c:v>
                </c:pt>
                <c:pt idx="141">
                  <c:v>22.05</c:v>
                </c:pt>
                <c:pt idx="142">
                  <c:v>23.05</c:v>
                </c:pt>
                <c:pt idx="143">
                  <c:v>24.05</c:v>
                </c:pt>
                <c:pt idx="144">
                  <c:v>25.05</c:v>
                </c:pt>
                <c:pt idx="145">
                  <c:v>26.05</c:v>
                </c:pt>
                <c:pt idx="146">
                  <c:v>27.05</c:v>
                </c:pt>
                <c:pt idx="147">
                  <c:v>28.05</c:v>
                </c:pt>
                <c:pt idx="148">
                  <c:v>29.05</c:v>
                </c:pt>
                <c:pt idx="149">
                  <c:v>30.05</c:v>
                </c:pt>
                <c:pt idx="150">
                  <c:v>31.05</c:v>
                </c:pt>
                <c:pt idx="151">
                  <c:v>01.06</c:v>
                </c:pt>
                <c:pt idx="152">
                  <c:v>02.06</c:v>
                </c:pt>
                <c:pt idx="153">
                  <c:v>03.06</c:v>
                </c:pt>
                <c:pt idx="154">
                  <c:v>04.06</c:v>
                </c:pt>
                <c:pt idx="155">
                  <c:v>05.06</c:v>
                </c:pt>
                <c:pt idx="156">
                  <c:v>06.06</c:v>
                </c:pt>
                <c:pt idx="157">
                  <c:v>07.06</c:v>
                </c:pt>
                <c:pt idx="158">
                  <c:v>08.06</c:v>
                </c:pt>
                <c:pt idx="159">
                  <c:v>09.06</c:v>
                </c:pt>
                <c:pt idx="160">
                  <c:v>10.06</c:v>
                </c:pt>
                <c:pt idx="161">
                  <c:v>11.06</c:v>
                </c:pt>
                <c:pt idx="162">
                  <c:v>12.06</c:v>
                </c:pt>
                <c:pt idx="163">
                  <c:v>13.06</c:v>
                </c:pt>
                <c:pt idx="164">
                  <c:v>14.06</c:v>
                </c:pt>
                <c:pt idx="165">
                  <c:v>15.06</c:v>
                </c:pt>
                <c:pt idx="166">
                  <c:v>16.06</c:v>
                </c:pt>
                <c:pt idx="167">
                  <c:v>17.06</c:v>
                </c:pt>
                <c:pt idx="168">
                  <c:v>18.06</c:v>
                </c:pt>
                <c:pt idx="169">
                  <c:v>19.06</c:v>
                </c:pt>
                <c:pt idx="170">
                  <c:v>20.06</c:v>
                </c:pt>
                <c:pt idx="171">
                  <c:v>21.06</c:v>
                </c:pt>
                <c:pt idx="172">
                  <c:v>22.06</c:v>
                </c:pt>
                <c:pt idx="173">
                  <c:v>23.06</c:v>
                </c:pt>
                <c:pt idx="174">
                  <c:v>24.06</c:v>
                </c:pt>
                <c:pt idx="175">
                  <c:v>25.06</c:v>
                </c:pt>
                <c:pt idx="176">
                  <c:v>26.06</c:v>
                </c:pt>
                <c:pt idx="177">
                  <c:v>27.06</c:v>
                </c:pt>
                <c:pt idx="178">
                  <c:v>28.06</c:v>
                </c:pt>
                <c:pt idx="179">
                  <c:v>29.06</c:v>
                </c:pt>
                <c:pt idx="180">
                  <c:v>30.06</c:v>
                </c:pt>
                <c:pt idx="181">
                  <c:v>01.07</c:v>
                </c:pt>
                <c:pt idx="182">
                  <c:v>02.07</c:v>
                </c:pt>
                <c:pt idx="183">
                  <c:v>03.07</c:v>
                </c:pt>
                <c:pt idx="184">
                  <c:v>04.07</c:v>
                </c:pt>
                <c:pt idx="185">
                  <c:v>05.07</c:v>
                </c:pt>
                <c:pt idx="186">
                  <c:v>06.07</c:v>
                </c:pt>
                <c:pt idx="187">
                  <c:v>07.07</c:v>
                </c:pt>
                <c:pt idx="188">
                  <c:v>08.07</c:v>
                </c:pt>
                <c:pt idx="189">
                  <c:v>09.07</c:v>
                </c:pt>
                <c:pt idx="190">
                  <c:v>10.07</c:v>
                </c:pt>
                <c:pt idx="191">
                  <c:v>11.07</c:v>
                </c:pt>
                <c:pt idx="192">
                  <c:v>12.07</c:v>
                </c:pt>
                <c:pt idx="193">
                  <c:v>13.07</c:v>
                </c:pt>
                <c:pt idx="194">
                  <c:v>14.07</c:v>
                </c:pt>
                <c:pt idx="195">
                  <c:v>15.07</c:v>
                </c:pt>
                <c:pt idx="196">
                  <c:v>16.07</c:v>
                </c:pt>
                <c:pt idx="197">
                  <c:v>17.07</c:v>
                </c:pt>
                <c:pt idx="198">
                  <c:v>18.07</c:v>
                </c:pt>
                <c:pt idx="199">
                  <c:v>19.07</c:v>
                </c:pt>
                <c:pt idx="200">
                  <c:v>20.07</c:v>
                </c:pt>
                <c:pt idx="201">
                  <c:v>21.07</c:v>
                </c:pt>
                <c:pt idx="202">
                  <c:v>22.07</c:v>
                </c:pt>
                <c:pt idx="203">
                  <c:v>23.07</c:v>
                </c:pt>
                <c:pt idx="204">
                  <c:v>24.07</c:v>
                </c:pt>
                <c:pt idx="205">
                  <c:v>25.07</c:v>
                </c:pt>
                <c:pt idx="206">
                  <c:v>26.07</c:v>
                </c:pt>
                <c:pt idx="207">
                  <c:v>27.07</c:v>
                </c:pt>
                <c:pt idx="208">
                  <c:v>28.07</c:v>
                </c:pt>
                <c:pt idx="209">
                  <c:v>29.07</c:v>
                </c:pt>
                <c:pt idx="210">
                  <c:v>30.07</c:v>
                </c:pt>
                <c:pt idx="211">
                  <c:v>31.07</c:v>
                </c:pt>
                <c:pt idx="212">
                  <c:v>01.08</c:v>
                </c:pt>
                <c:pt idx="213">
                  <c:v>02.08</c:v>
                </c:pt>
                <c:pt idx="214">
                  <c:v>03.08</c:v>
                </c:pt>
                <c:pt idx="215">
                  <c:v>04.08</c:v>
                </c:pt>
                <c:pt idx="216">
                  <c:v>05.08</c:v>
                </c:pt>
                <c:pt idx="217">
                  <c:v>06.08</c:v>
                </c:pt>
                <c:pt idx="218">
                  <c:v>07.08</c:v>
                </c:pt>
                <c:pt idx="219">
                  <c:v>08.08</c:v>
                </c:pt>
                <c:pt idx="220">
                  <c:v>09.08</c:v>
                </c:pt>
                <c:pt idx="221">
                  <c:v>10.08</c:v>
                </c:pt>
                <c:pt idx="222">
                  <c:v>11.08</c:v>
                </c:pt>
                <c:pt idx="223">
                  <c:v>12.08</c:v>
                </c:pt>
                <c:pt idx="224">
                  <c:v>13.08</c:v>
                </c:pt>
                <c:pt idx="225">
                  <c:v>14.08</c:v>
                </c:pt>
                <c:pt idx="226">
                  <c:v>15.08</c:v>
                </c:pt>
                <c:pt idx="227">
                  <c:v>16.08</c:v>
                </c:pt>
                <c:pt idx="228">
                  <c:v>17.08</c:v>
                </c:pt>
                <c:pt idx="229">
                  <c:v>18.08</c:v>
                </c:pt>
                <c:pt idx="230">
                  <c:v>19.08</c:v>
                </c:pt>
                <c:pt idx="231">
                  <c:v>20.08</c:v>
                </c:pt>
                <c:pt idx="232">
                  <c:v>21.08</c:v>
                </c:pt>
                <c:pt idx="233">
                  <c:v>22.08</c:v>
                </c:pt>
                <c:pt idx="234">
                  <c:v>23.08</c:v>
                </c:pt>
                <c:pt idx="235">
                  <c:v>24.08</c:v>
                </c:pt>
                <c:pt idx="236">
                  <c:v>25.08</c:v>
                </c:pt>
                <c:pt idx="237">
                  <c:v>26.08</c:v>
                </c:pt>
                <c:pt idx="238">
                  <c:v>27.08</c:v>
                </c:pt>
                <c:pt idx="239">
                  <c:v>28.08</c:v>
                </c:pt>
                <c:pt idx="240">
                  <c:v>29.08</c:v>
                </c:pt>
                <c:pt idx="241">
                  <c:v>30.08</c:v>
                </c:pt>
                <c:pt idx="242">
                  <c:v>31.08</c:v>
                </c:pt>
                <c:pt idx="243">
                  <c:v>01.09</c:v>
                </c:pt>
                <c:pt idx="244">
                  <c:v>02.09</c:v>
                </c:pt>
                <c:pt idx="245">
                  <c:v>03.09</c:v>
                </c:pt>
                <c:pt idx="246">
                  <c:v>04.09</c:v>
                </c:pt>
                <c:pt idx="247">
                  <c:v>05.09</c:v>
                </c:pt>
                <c:pt idx="248">
                  <c:v>06.09</c:v>
                </c:pt>
                <c:pt idx="249">
                  <c:v>07.09</c:v>
                </c:pt>
                <c:pt idx="250">
                  <c:v>08.09</c:v>
                </c:pt>
                <c:pt idx="251">
                  <c:v>09.09</c:v>
                </c:pt>
                <c:pt idx="252">
                  <c:v>10.09</c:v>
                </c:pt>
                <c:pt idx="253">
                  <c:v>11.09</c:v>
                </c:pt>
                <c:pt idx="254">
                  <c:v>12.09</c:v>
                </c:pt>
                <c:pt idx="255">
                  <c:v>13.09</c:v>
                </c:pt>
                <c:pt idx="256">
                  <c:v>14.09</c:v>
                </c:pt>
                <c:pt idx="257">
                  <c:v>15.09</c:v>
                </c:pt>
                <c:pt idx="258">
                  <c:v>16.09</c:v>
                </c:pt>
                <c:pt idx="259">
                  <c:v>17.09</c:v>
                </c:pt>
                <c:pt idx="260">
                  <c:v>18.09</c:v>
                </c:pt>
                <c:pt idx="261">
                  <c:v>19.09</c:v>
                </c:pt>
                <c:pt idx="262">
                  <c:v>20.09</c:v>
                </c:pt>
                <c:pt idx="263">
                  <c:v>21.09</c:v>
                </c:pt>
                <c:pt idx="264">
                  <c:v>22.09</c:v>
                </c:pt>
                <c:pt idx="265">
                  <c:v>23.09</c:v>
                </c:pt>
                <c:pt idx="266">
                  <c:v>24.09</c:v>
                </c:pt>
                <c:pt idx="267">
                  <c:v>25.09</c:v>
                </c:pt>
                <c:pt idx="268">
                  <c:v>26.09</c:v>
                </c:pt>
                <c:pt idx="269">
                  <c:v>27.09</c:v>
                </c:pt>
                <c:pt idx="270">
                  <c:v>28.09</c:v>
                </c:pt>
                <c:pt idx="271">
                  <c:v>29.09</c:v>
                </c:pt>
                <c:pt idx="272">
                  <c:v>30.09</c:v>
                </c:pt>
                <c:pt idx="273">
                  <c:v>01.10</c:v>
                </c:pt>
                <c:pt idx="274">
                  <c:v>02.10</c:v>
                </c:pt>
                <c:pt idx="275">
                  <c:v>03.10</c:v>
                </c:pt>
                <c:pt idx="276">
                  <c:v>04.10</c:v>
                </c:pt>
                <c:pt idx="277">
                  <c:v>05.10</c:v>
                </c:pt>
                <c:pt idx="278">
                  <c:v>06.10</c:v>
                </c:pt>
                <c:pt idx="279">
                  <c:v>07.10</c:v>
                </c:pt>
                <c:pt idx="280">
                  <c:v>08.10</c:v>
                </c:pt>
                <c:pt idx="281">
                  <c:v>09.10</c:v>
                </c:pt>
                <c:pt idx="282">
                  <c:v>10.10</c:v>
                </c:pt>
                <c:pt idx="283">
                  <c:v>11.10</c:v>
                </c:pt>
                <c:pt idx="284">
                  <c:v>12.10</c:v>
                </c:pt>
                <c:pt idx="285">
                  <c:v>13.10</c:v>
                </c:pt>
                <c:pt idx="286">
                  <c:v>14.10</c:v>
                </c:pt>
                <c:pt idx="287">
                  <c:v>15.10</c:v>
                </c:pt>
                <c:pt idx="288">
                  <c:v>16.10</c:v>
                </c:pt>
                <c:pt idx="289">
                  <c:v>17.10</c:v>
                </c:pt>
                <c:pt idx="290">
                  <c:v>18.10</c:v>
                </c:pt>
                <c:pt idx="291">
                  <c:v>19.10</c:v>
                </c:pt>
                <c:pt idx="292">
                  <c:v>20.10</c:v>
                </c:pt>
                <c:pt idx="293">
                  <c:v>21.10</c:v>
                </c:pt>
                <c:pt idx="294">
                  <c:v>22.10</c:v>
                </c:pt>
                <c:pt idx="295">
                  <c:v>23.10</c:v>
                </c:pt>
                <c:pt idx="296">
                  <c:v>24.10</c:v>
                </c:pt>
                <c:pt idx="297">
                  <c:v>25.10</c:v>
                </c:pt>
                <c:pt idx="298">
                  <c:v>26.10</c:v>
                </c:pt>
                <c:pt idx="299">
                  <c:v>27.10</c:v>
                </c:pt>
                <c:pt idx="300">
                  <c:v>28.10</c:v>
                </c:pt>
                <c:pt idx="301">
                  <c:v>29.10</c:v>
                </c:pt>
                <c:pt idx="302">
                  <c:v>30.10</c:v>
                </c:pt>
                <c:pt idx="303">
                  <c:v>31.10</c:v>
                </c:pt>
                <c:pt idx="304">
                  <c:v>01.11</c:v>
                </c:pt>
                <c:pt idx="305">
                  <c:v>02.11</c:v>
                </c:pt>
                <c:pt idx="306">
                  <c:v>03.11</c:v>
                </c:pt>
                <c:pt idx="307">
                  <c:v>04.11</c:v>
                </c:pt>
                <c:pt idx="308">
                  <c:v>05.11</c:v>
                </c:pt>
                <c:pt idx="309">
                  <c:v>06.11</c:v>
                </c:pt>
                <c:pt idx="310">
                  <c:v>07.11</c:v>
                </c:pt>
                <c:pt idx="311">
                  <c:v>08.11</c:v>
                </c:pt>
                <c:pt idx="312">
                  <c:v>09.11</c:v>
                </c:pt>
                <c:pt idx="313">
                  <c:v>10.11</c:v>
                </c:pt>
                <c:pt idx="314">
                  <c:v>11.11</c:v>
                </c:pt>
                <c:pt idx="315">
                  <c:v>12.11</c:v>
                </c:pt>
                <c:pt idx="316">
                  <c:v>13.11</c:v>
                </c:pt>
                <c:pt idx="317">
                  <c:v>14.11</c:v>
                </c:pt>
                <c:pt idx="318">
                  <c:v>15.11</c:v>
                </c:pt>
                <c:pt idx="319">
                  <c:v>16.11</c:v>
                </c:pt>
                <c:pt idx="320">
                  <c:v>17.11</c:v>
                </c:pt>
                <c:pt idx="321">
                  <c:v>18.11</c:v>
                </c:pt>
                <c:pt idx="322">
                  <c:v>19.11</c:v>
                </c:pt>
                <c:pt idx="323">
                  <c:v>20.11</c:v>
                </c:pt>
                <c:pt idx="324">
                  <c:v>21.11</c:v>
                </c:pt>
                <c:pt idx="325">
                  <c:v>22.11</c:v>
                </c:pt>
                <c:pt idx="326">
                  <c:v>23.11</c:v>
                </c:pt>
                <c:pt idx="327">
                  <c:v>24.11</c:v>
                </c:pt>
                <c:pt idx="328">
                  <c:v>25.11</c:v>
                </c:pt>
                <c:pt idx="329">
                  <c:v>26.11</c:v>
                </c:pt>
                <c:pt idx="330">
                  <c:v>27.11</c:v>
                </c:pt>
                <c:pt idx="331">
                  <c:v>28.11</c:v>
                </c:pt>
                <c:pt idx="332">
                  <c:v>29.11</c:v>
                </c:pt>
                <c:pt idx="333">
                  <c:v>30.11</c:v>
                </c:pt>
                <c:pt idx="334">
                  <c:v>01.12</c:v>
                </c:pt>
                <c:pt idx="335">
                  <c:v>02.12</c:v>
                </c:pt>
                <c:pt idx="336">
                  <c:v>03.12</c:v>
                </c:pt>
                <c:pt idx="337">
                  <c:v>04.12</c:v>
                </c:pt>
                <c:pt idx="338">
                  <c:v>05.12</c:v>
                </c:pt>
                <c:pt idx="339">
                  <c:v>06.12</c:v>
                </c:pt>
                <c:pt idx="340">
                  <c:v>07.12</c:v>
                </c:pt>
                <c:pt idx="341">
                  <c:v>08.12</c:v>
                </c:pt>
                <c:pt idx="342">
                  <c:v>09.12</c:v>
                </c:pt>
                <c:pt idx="343">
                  <c:v>10.12</c:v>
                </c:pt>
                <c:pt idx="344">
                  <c:v>11.12</c:v>
                </c:pt>
                <c:pt idx="345">
                  <c:v>12.12</c:v>
                </c:pt>
                <c:pt idx="346">
                  <c:v>13.12</c:v>
                </c:pt>
                <c:pt idx="347">
                  <c:v>14.12</c:v>
                </c:pt>
                <c:pt idx="348">
                  <c:v>15.12</c:v>
                </c:pt>
                <c:pt idx="349">
                  <c:v>16.12</c:v>
                </c:pt>
                <c:pt idx="350">
                  <c:v>17.12</c:v>
                </c:pt>
                <c:pt idx="351">
                  <c:v>18.12</c:v>
                </c:pt>
                <c:pt idx="352">
                  <c:v>19.12</c:v>
                </c:pt>
                <c:pt idx="353">
                  <c:v>20.12</c:v>
                </c:pt>
                <c:pt idx="354">
                  <c:v>21.12</c:v>
                </c:pt>
                <c:pt idx="355">
                  <c:v>22.12</c:v>
                </c:pt>
                <c:pt idx="356">
                  <c:v>23.12</c:v>
                </c:pt>
                <c:pt idx="357">
                  <c:v>24.12</c:v>
                </c:pt>
                <c:pt idx="358">
                  <c:v>25.12</c:v>
                </c:pt>
                <c:pt idx="359">
                  <c:v>26.12</c:v>
                </c:pt>
                <c:pt idx="360">
                  <c:v>27.12</c:v>
                </c:pt>
                <c:pt idx="361">
                  <c:v>28.12</c:v>
                </c:pt>
                <c:pt idx="362">
                  <c:v>29.12</c:v>
                </c:pt>
                <c:pt idx="363">
                  <c:v>30.12</c:v>
                </c:pt>
                <c:pt idx="364">
                  <c:v>31.12</c:v>
                </c:pt>
              </c:strCache>
            </c:strRef>
          </c:cat>
          <c:val>
            <c:numRef>
              <c:f>'pivot tables'!$T$42:$T$407</c:f>
              <c:numCache>
                <c:formatCode>General</c:formatCode>
                <c:ptCount val="365"/>
                <c:pt idx="0">
                  <c:v>62.81270833333334</c:v>
                </c:pt>
                <c:pt idx="1">
                  <c:v>148.90187499999999</c:v>
                </c:pt>
                <c:pt idx="2">
                  <c:v>250.36812500000005</c:v>
                </c:pt>
                <c:pt idx="3">
                  <c:v>170.94729166666673</c:v>
                </c:pt>
                <c:pt idx="4">
                  <c:v>179.88437499999995</c:v>
                </c:pt>
                <c:pt idx="5">
                  <c:v>211.60989583333335</c:v>
                </c:pt>
                <c:pt idx="6">
                  <c:v>310.55281250000007</c:v>
                </c:pt>
                <c:pt idx="7">
                  <c:v>447.92510416666664</c:v>
                </c:pt>
                <c:pt idx="8">
                  <c:v>586.07291666666652</c:v>
                </c:pt>
                <c:pt idx="9">
                  <c:v>84.993437499999985</c:v>
                </c:pt>
                <c:pt idx="10">
                  <c:v>74.679583333333355</c:v>
                </c:pt>
                <c:pt idx="11">
                  <c:v>396.99437499999999</c:v>
                </c:pt>
                <c:pt idx="12">
                  <c:v>182.59760416666668</c:v>
                </c:pt>
                <c:pt idx="13">
                  <c:v>172.84906249999997</c:v>
                </c:pt>
                <c:pt idx="14">
                  <c:v>228.09822916666675</c:v>
                </c:pt>
                <c:pt idx="15">
                  <c:v>134.43552083333333</c:v>
                </c:pt>
                <c:pt idx="16">
                  <c:v>147.76677083333331</c:v>
                </c:pt>
                <c:pt idx="17">
                  <c:v>234.32145833333331</c:v>
                </c:pt>
                <c:pt idx="18">
                  <c:v>166.00229166666668</c:v>
                </c:pt>
                <c:pt idx="19">
                  <c:v>112.19937500000002</c:v>
                </c:pt>
                <c:pt idx="20">
                  <c:v>162.24875000000006</c:v>
                </c:pt>
                <c:pt idx="21">
                  <c:v>174.16145833333334</c:v>
                </c:pt>
                <c:pt idx="22">
                  <c:v>185.40010416666667</c:v>
                </c:pt>
                <c:pt idx="23">
                  <c:v>234.27677083333336</c:v>
                </c:pt>
                <c:pt idx="24">
                  <c:v>266.77302083333348</c:v>
                </c:pt>
                <c:pt idx="25">
                  <c:v>220.28947916666661</c:v>
                </c:pt>
                <c:pt idx="26">
                  <c:v>117.96312499999999</c:v>
                </c:pt>
                <c:pt idx="27">
                  <c:v>171.54520833333331</c:v>
                </c:pt>
                <c:pt idx="28">
                  <c:v>90.408437499999977</c:v>
                </c:pt>
                <c:pt idx="29">
                  <c:v>72.501770833333339</c:v>
                </c:pt>
                <c:pt idx="30">
                  <c:v>188.99770833333329</c:v>
                </c:pt>
                <c:pt idx="31">
                  <c:v>67.980625000000018</c:v>
                </c:pt>
                <c:pt idx="32">
                  <c:v>155.63374999999999</c:v>
                </c:pt>
                <c:pt idx="33">
                  <c:v>274.37572916666676</c:v>
                </c:pt>
                <c:pt idx="34">
                  <c:v>169.97604166666665</c:v>
                </c:pt>
                <c:pt idx="35">
                  <c:v>228.70062500000006</c:v>
                </c:pt>
                <c:pt idx="36">
                  <c:v>192.8393749999999</c:v>
                </c:pt>
                <c:pt idx="37">
                  <c:v>238.63802083333323</c:v>
                </c:pt>
                <c:pt idx="38">
                  <c:v>423.02541666666679</c:v>
                </c:pt>
                <c:pt idx="39">
                  <c:v>426.99624999999986</c:v>
                </c:pt>
                <c:pt idx="40">
                  <c:v>149.00145833333329</c:v>
                </c:pt>
                <c:pt idx="41">
                  <c:v>82.224062499999974</c:v>
                </c:pt>
                <c:pt idx="42">
                  <c:v>365.00791666666663</c:v>
                </c:pt>
                <c:pt idx="43">
                  <c:v>88.894166666666663</c:v>
                </c:pt>
                <c:pt idx="44">
                  <c:v>107.49177083333331</c:v>
                </c:pt>
                <c:pt idx="45">
                  <c:v>156.50208333333333</c:v>
                </c:pt>
                <c:pt idx="46">
                  <c:v>118.52239583333335</c:v>
                </c:pt>
                <c:pt idx="47">
                  <c:v>71.298645833333325</c:v>
                </c:pt>
                <c:pt idx="48">
                  <c:v>117.93489583333333</c:v>
                </c:pt>
                <c:pt idx="49">
                  <c:v>40.997916666666661</c:v>
                </c:pt>
                <c:pt idx="50">
                  <c:v>65.100208333333327</c:v>
                </c:pt>
                <c:pt idx="51">
                  <c:v>80.000729166666673</c:v>
                </c:pt>
                <c:pt idx="52">
                  <c:v>121.50593749999996</c:v>
                </c:pt>
                <c:pt idx="53">
                  <c:v>135.76937499999994</c:v>
                </c:pt>
                <c:pt idx="54">
                  <c:v>128.59364583333334</c:v>
                </c:pt>
                <c:pt idx="55">
                  <c:v>116.79979166666669</c:v>
                </c:pt>
                <c:pt idx="56">
                  <c:v>214.99802083333327</c:v>
                </c:pt>
                <c:pt idx="57">
                  <c:v>153.15333333333342</c:v>
                </c:pt>
                <c:pt idx="58">
                  <c:v>233.94781249999994</c:v>
                </c:pt>
                <c:pt idx="59">
                  <c:v>108.63593750000001</c:v>
                </c:pt>
                <c:pt idx="60">
                  <c:v>204.06322916666667</c:v>
                </c:pt>
                <c:pt idx="61">
                  <c:v>317.74260416666664</c:v>
                </c:pt>
                <c:pt idx="62">
                  <c:v>173.00249999999997</c:v>
                </c:pt>
                <c:pt idx="63">
                  <c:v>219.00062499999999</c:v>
                </c:pt>
                <c:pt idx="64">
                  <c:v>186.76822916666674</c:v>
                </c:pt>
                <c:pt idx="65">
                  <c:v>209.46760416666669</c:v>
                </c:pt>
                <c:pt idx="66">
                  <c:v>399.93177083333313</c:v>
                </c:pt>
                <c:pt idx="67">
                  <c:v>290.9263541666665</c:v>
                </c:pt>
                <c:pt idx="68">
                  <c:v>187.00666666666663</c:v>
                </c:pt>
                <c:pt idx="69">
                  <c:v>101.09583333333335</c:v>
                </c:pt>
                <c:pt idx="70">
                  <c:v>263.54093749999993</c:v>
                </c:pt>
                <c:pt idx="71">
                  <c:v>145.44531250000014</c:v>
                </c:pt>
                <c:pt idx="72">
                  <c:v>260.00218749999993</c:v>
                </c:pt>
                <c:pt idx="73">
                  <c:v>301.07916666666671</c:v>
                </c:pt>
                <c:pt idx="74">
                  <c:v>230.99979166666665</c:v>
                </c:pt>
                <c:pt idx="75">
                  <c:v>222.92208333333338</c:v>
                </c:pt>
                <c:pt idx="76">
                  <c:v>234.19895833333337</c:v>
                </c:pt>
                <c:pt idx="77">
                  <c:v>132.03645833333334</c:v>
                </c:pt>
                <c:pt idx="78">
                  <c:v>74.580729166666657</c:v>
                </c:pt>
                <c:pt idx="79">
                  <c:v>207.09624999999997</c:v>
                </c:pt>
                <c:pt idx="80">
                  <c:v>236.02468750000006</c:v>
                </c:pt>
                <c:pt idx="81">
                  <c:v>234.9985416666666</c:v>
                </c:pt>
                <c:pt idx="82">
                  <c:v>237.8176041666666</c:v>
                </c:pt>
                <c:pt idx="83">
                  <c:v>243.87864583333342</c:v>
                </c:pt>
                <c:pt idx="84">
                  <c:v>171.31364583333334</c:v>
                </c:pt>
                <c:pt idx="85">
                  <c:v>175.52000000000007</c:v>
                </c:pt>
                <c:pt idx="86">
                  <c:v>220.96697916666662</c:v>
                </c:pt>
                <c:pt idx="87">
                  <c:v>244.6989583333332</c:v>
                </c:pt>
                <c:pt idx="88">
                  <c:v>269.09854166666673</c:v>
                </c:pt>
                <c:pt idx="89">
                  <c:v>209.9389583333334</c:v>
                </c:pt>
                <c:pt idx="90">
                  <c:v>155.40114583333335</c:v>
                </c:pt>
                <c:pt idx="91">
                  <c:v>145.40791666666672</c:v>
                </c:pt>
                <c:pt idx="92">
                  <c:v>376.19885416666665</c:v>
                </c:pt>
                <c:pt idx="93">
                  <c:v>109.08041666666672</c:v>
                </c:pt>
                <c:pt idx="94">
                  <c:v>227.49937499999999</c:v>
                </c:pt>
                <c:pt idx="95">
                  <c:v>162.41041666666663</c:v>
                </c:pt>
                <c:pt idx="96">
                  <c:v>324.68395833333324</c:v>
                </c:pt>
                <c:pt idx="97">
                  <c:v>417.79468749999995</c:v>
                </c:pt>
                <c:pt idx="98">
                  <c:v>316.40687499999996</c:v>
                </c:pt>
                <c:pt idx="99">
                  <c:v>269.77416666666676</c:v>
                </c:pt>
                <c:pt idx="100">
                  <c:v>182.04343749999995</c:v>
                </c:pt>
                <c:pt idx="101">
                  <c:v>227.77062499999991</c:v>
                </c:pt>
                <c:pt idx="102">
                  <c:v>221.15927083333327</c:v>
                </c:pt>
                <c:pt idx="103">
                  <c:v>231.54989583333324</c:v>
                </c:pt>
                <c:pt idx="104">
                  <c:v>180.77874999999997</c:v>
                </c:pt>
                <c:pt idx="105">
                  <c:v>155.52833333333331</c:v>
                </c:pt>
                <c:pt idx="106">
                  <c:v>137.00291666666666</c:v>
                </c:pt>
                <c:pt idx="107">
                  <c:v>138.41239583333331</c:v>
                </c:pt>
                <c:pt idx="108">
                  <c:v>234.99833333333348</c:v>
                </c:pt>
                <c:pt idx="109">
                  <c:v>206.00229166666665</c:v>
                </c:pt>
                <c:pt idx="110">
                  <c:v>194.20197916666663</c:v>
                </c:pt>
                <c:pt idx="111">
                  <c:v>163.89604166666663</c:v>
                </c:pt>
                <c:pt idx="112">
                  <c:v>100.24989583333335</c:v>
                </c:pt>
                <c:pt idx="113">
                  <c:v>100.74781250000002</c:v>
                </c:pt>
                <c:pt idx="114">
                  <c:v>230.00062499999999</c:v>
                </c:pt>
                <c:pt idx="115">
                  <c:v>241.00104166666665</c:v>
                </c:pt>
                <c:pt idx="116">
                  <c:v>230.38833333333329</c:v>
                </c:pt>
                <c:pt idx="117">
                  <c:v>240.53354166666665</c:v>
                </c:pt>
                <c:pt idx="118">
                  <c:v>226.38541666666671</c:v>
                </c:pt>
                <c:pt idx="119">
                  <c:v>197.98177083333326</c:v>
                </c:pt>
                <c:pt idx="120">
                  <c:v>121.00000000000004</c:v>
                </c:pt>
                <c:pt idx="121">
                  <c:v>84.498958333333348</c:v>
                </c:pt>
                <c:pt idx="122">
                  <c:v>324.99906250000009</c:v>
                </c:pt>
                <c:pt idx="123">
                  <c:v>187.17968750000011</c:v>
                </c:pt>
                <c:pt idx="124">
                  <c:v>235.00239583333334</c:v>
                </c:pt>
                <c:pt idx="125">
                  <c:v>139.26166666666668</c:v>
                </c:pt>
                <c:pt idx="126">
                  <c:v>314.79427083333343</c:v>
                </c:pt>
                <c:pt idx="127">
                  <c:v>391.26864583333332</c:v>
                </c:pt>
                <c:pt idx="128">
                  <c:v>460.61020833333322</c:v>
                </c:pt>
                <c:pt idx="129">
                  <c:v>123.77718750000001</c:v>
                </c:pt>
                <c:pt idx="130">
                  <c:v>129.00124999999994</c:v>
                </c:pt>
                <c:pt idx="131">
                  <c:v>345.00166666666661</c:v>
                </c:pt>
                <c:pt idx="132">
                  <c:v>165.70093749999995</c:v>
                </c:pt>
                <c:pt idx="133">
                  <c:v>154.34406249999992</c:v>
                </c:pt>
                <c:pt idx="134">
                  <c:v>158.39031249999996</c:v>
                </c:pt>
                <c:pt idx="135">
                  <c:v>206.63708333333332</c:v>
                </c:pt>
                <c:pt idx="136">
                  <c:v>227.48249999999999</c:v>
                </c:pt>
                <c:pt idx="137">
                  <c:v>208.17989583333326</c:v>
                </c:pt>
                <c:pt idx="138">
                  <c:v>210.18177083333327</c:v>
                </c:pt>
                <c:pt idx="139">
                  <c:v>208.89614583333332</c:v>
                </c:pt>
                <c:pt idx="140">
                  <c:v>90.896250000000009</c:v>
                </c:pt>
                <c:pt idx="141">
                  <c:v>157.15114583333335</c:v>
                </c:pt>
                <c:pt idx="142">
                  <c:v>197.00114583333337</c:v>
                </c:pt>
                <c:pt idx="143">
                  <c:v>159.35010416666665</c:v>
                </c:pt>
                <c:pt idx="144">
                  <c:v>181.72895833333328</c:v>
                </c:pt>
                <c:pt idx="145">
                  <c:v>72.235208333333318</c:v>
                </c:pt>
                <c:pt idx="146">
                  <c:v>67.331875000000011</c:v>
                </c:pt>
                <c:pt idx="147">
                  <c:v>40.698437500000018</c:v>
                </c:pt>
                <c:pt idx="148">
                  <c:v>135.1688541666667</c:v>
                </c:pt>
                <c:pt idx="149">
                  <c:v>206.6284374999999</c:v>
                </c:pt>
                <c:pt idx="150">
                  <c:v>218.09916666666663</c:v>
                </c:pt>
                <c:pt idx="151">
                  <c:v>190.18041666666662</c:v>
                </c:pt>
                <c:pt idx="152">
                  <c:v>41.826874999999994</c:v>
                </c:pt>
                <c:pt idx="153">
                  <c:v>306.55041666666688</c:v>
                </c:pt>
                <c:pt idx="154">
                  <c:v>116.50052083333337</c:v>
                </c:pt>
                <c:pt idx="155">
                  <c:v>230.61604166666669</c:v>
                </c:pt>
                <c:pt idx="156">
                  <c:v>134.0001041666666</c:v>
                </c:pt>
                <c:pt idx="157">
                  <c:v>306.26572916666657</c:v>
                </c:pt>
                <c:pt idx="158">
                  <c:v>284.40062499999993</c:v>
                </c:pt>
                <c:pt idx="159">
                  <c:v>456.34312500000016</c:v>
                </c:pt>
                <c:pt idx="160">
                  <c:v>113.00458333333336</c:v>
                </c:pt>
                <c:pt idx="161">
                  <c:v>55.431041666666651</c:v>
                </c:pt>
                <c:pt idx="162">
                  <c:v>393.99947916666662</c:v>
                </c:pt>
                <c:pt idx="163">
                  <c:v>166.80906250000001</c:v>
                </c:pt>
                <c:pt idx="164">
                  <c:v>197.39864583333329</c:v>
                </c:pt>
                <c:pt idx="165">
                  <c:v>205.54583333333326</c:v>
                </c:pt>
                <c:pt idx="166">
                  <c:v>190.24749999999992</c:v>
                </c:pt>
                <c:pt idx="167">
                  <c:v>243.00052083333333</c:v>
                </c:pt>
                <c:pt idx="168">
                  <c:v>191.39437500000005</c:v>
                </c:pt>
                <c:pt idx="169">
                  <c:v>138.21718749999994</c:v>
                </c:pt>
                <c:pt idx="170">
                  <c:v>256.92062499999997</c:v>
                </c:pt>
                <c:pt idx="171">
                  <c:v>279.80552083333339</c:v>
                </c:pt>
                <c:pt idx="172">
                  <c:v>321.08687500000002</c:v>
                </c:pt>
                <c:pt idx="173">
                  <c:v>302.27572916666668</c:v>
                </c:pt>
                <c:pt idx="174">
                  <c:v>277.63229166666662</c:v>
                </c:pt>
                <c:pt idx="175">
                  <c:v>239.92489583333327</c:v>
                </c:pt>
                <c:pt idx="176">
                  <c:v>206.79499999999999</c:v>
                </c:pt>
                <c:pt idx="177">
                  <c:v>315.00218749999993</c:v>
                </c:pt>
                <c:pt idx="178">
                  <c:v>329.49020833333344</c:v>
                </c:pt>
                <c:pt idx="179">
                  <c:v>320.50218750000005</c:v>
                </c:pt>
                <c:pt idx="180">
                  <c:v>323.48364583333336</c:v>
                </c:pt>
                <c:pt idx="181">
                  <c:v>161.09958333333333</c:v>
                </c:pt>
                <c:pt idx="182">
                  <c:v>111.94645833333338</c:v>
                </c:pt>
                <c:pt idx="183">
                  <c:v>376.77333333333314</c:v>
                </c:pt>
                <c:pt idx="184">
                  <c:v>86.052708333333342</c:v>
                </c:pt>
                <c:pt idx="185">
                  <c:v>196.10343749999996</c:v>
                </c:pt>
                <c:pt idx="186">
                  <c:v>203.27000000000007</c:v>
                </c:pt>
                <c:pt idx="187">
                  <c:v>215.17062499999997</c:v>
                </c:pt>
                <c:pt idx="188">
                  <c:v>273.42218749999989</c:v>
                </c:pt>
                <c:pt idx="189">
                  <c:v>486.83041666666668</c:v>
                </c:pt>
                <c:pt idx="190">
                  <c:v>155.49739583333331</c:v>
                </c:pt>
                <c:pt idx="191">
                  <c:v>95.002499999999998</c:v>
                </c:pt>
                <c:pt idx="192">
                  <c:v>297.33614583333332</c:v>
                </c:pt>
                <c:pt idx="193">
                  <c:v>331.11708333333348</c:v>
                </c:pt>
                <c:pt idx="194">
                  <c:v>351.97958333333332</c:v>
                </c:pt>
                <c:pt idx="195">
                  <c:v>334.99875000000009</c:v>
                </c:pt>
                <c:pt idx="196">
                  <c:v>164.83437499999999</c:v>
                </c:pt>
                <c:pt idx="197">
                  <c:v>229.22395833333334</c:v>
                </c:pt>
                <c:pt idx="198">
                  <c:v>406.00406250000015</c:v>
                </c:pt>
                <c:pt idx="199">
                  <c:v>413.26260416666668</c:v>
                </c:pt>
                <c:pt idx="200">
                  <c:v>325.23833333333346</c:v>
                </c:pt>
                <c:pt idx="201">
                  <c:v>394.99885416666643</c:v>
                </c:pt>
                <c:pt idx="202">
                  <c:v>381.54749999999996</c:v>
                </c:pt>
                <c:pt idx="203">
                  <c:v>319.50260416666669</c:v>
                </c:pt>
                <c:pt idx="204">
                  <c:v>256.44458333333336</c:v>
                </c:pt>
                <c:pt idx="205">
                  <c:v>337.00895833333328</c:v>
                </c:pt>
                <c:pt idx="206">
                  <c:v>318.51593749999989</c:v>
                </c:pt>
                <c:pt idx="207">
                  <c:v>397.99833333333339</c:v>
                </c:pt>
                <c:pt idx="208">
                  <c:v>510.0008333333335</c:v>
                </c:pt>
                <c:pt idx="209">
                  <c:v>460.00062499999973</c:v>
                </c:pt>
                <c:pt idx="210">
                  <c:v>360.00197916666667</c:v>
                </c:pt>
                <c:pt idx="211">
                  <c:v>316.62395833333323</c:v>
                </c:pt>
                <c:pt idx="212">
                  <c:v>164.4477083333334</c:v>
                </c:pt>
                <c:pt idx="213">
                  <c:v>138.41697916666666</c:v>
                </c:pt>
                <c:pt idx="214">
                  <c:v>542.75333333333322</c:v>
                </c:pt>
                <c:pt idx="215">
                  <c:v>126.40135416666674</c:v>
                </c:pt>
                <c:pt idx="216">
                  <c:v>163.7188541666666</c:v>
                </c:pt>
                <c:pt idx="217">
                  <c:v>190.44697916666658</c:v>
                </c:pt>
                <c:pt idx="218">
                  <c:v>297.99718749999994</c:v>
                </c:pt>
                <c:pt idx="219">
                  <c:v>377.14947916666648</c:v>
                </c:pt>
                <c:pt idx="220">
                  <c:v>436.81093749999985</c:v>
                </c:pt>
                <c:pt idx="221">
                  <c:v>144.22583333333333</c:v>
                </c:pt>
                <c:pt idx="222">
                  <c:v>94.283541666666665</c:v>
                </c:pt>
                <c:pt idx="223">
                  <c:v>390.99885416666672</c:v>
                </c:pt>
                <c:pt idx="224">
                  <c:v>361.55927083333341</c:v>
                </c:pt>
                <c:pt idx="225">
                  <c:v>296.00052083333333</c:v>
                </c:pt>
                <c:pt idx="226">
                  <c:v>383.33114583333321</c:v>
                </c:pt>
                <c:pt idx="227">
                  <c:v>473.12239583333331</c:v>
                </c:pt>
                <c:pt idx="228">
                  <c:v>546.87270833333321</c:v>
                </c:pt>
                <c:pt idx="229">
                  <c:v>551.71635416666675</c:v>
                </c:pt>
                <c:pt idx="230">
                  <c:v>531.21427083333333</c:v>
                </c:pt>
                <c:pt idx="231">
                  <c:v>462.46843749999994</c:v>
                </c:pt>
                <c:pt idx="232">
                  <c:v>356.79093749999998</c:v>
                </c:pt>
                <c:pt idx="233">
                  <c:v>540.26854166666669</c:v>
                </c:pt>
                <c:pt idx="234">
                  <c:v>599.61552083333311</c:v>
                </c:pt>
                <c:pt idx="235">
                  <c:v>615.9454166666668</c:v>
                </c:pt>
                <c:pt idx="236">
                  <c:v>586.72885416666679</c:v>
                </c:pt>
                <c:pt idx="237">
                  <c:v>682.88541666666663</c:v>
                </c:pt>
                <c:pt idx="238">
                  <c:v>546.12885416666666</c:v>
                </c:pt>
                <c:pt idx="239">
                  <c:v>372.64343750000018</c:v>
                </c:pt>
                <c:pt idx="240">
                  <c:v>657.05437499999982</c:v>
                </c:pt>
                <c:pt idx="241">
                  <c:v>644.30520833333333</c:v>
                </c:pt>
                <c:pt idx="242">
                  <c:v>641.06666666666661</c:v>
                </c:pt>
                <c:pt idx="243">
                  <c:v>130.7963541666667</c:v>
                </c:pt>
                <c:pt idx="244">
                  <c:v>164.00041666666672</c:v>
                </c:pt>
                <c:pt idx="245">
                  <c:v>474.28666666666663</c:v>
                </c:pt>
                <c:pt idx="246">
                  <c:v>64.504583333333343</c:v>
                </c:pt>
                <c:pt idx="247">
                  <c:v>221.30187500000002</c:v>
                </c:pt>
                <c:pt idx="248">
                  <c:v>181.50104166666674</c:v>
                </c:pt>
                <c:pt idx="249">
                  <c:v>159.99864583333334</c:v>
                </c:pt>
                <c:pt idx="250">
                  <c:v>360.10645833333342</c:v>
                </c:pt>
                <c:pt idx="251">
                  <c:v>368.15270833333335</c:v>
                </c:pt>
                <c:pt idx="252">
                  <c:v>156.00781250000003</c:v>
                </c:pt>
                <c:pt idx="253">
                  <c:v>129.93760416666672</c:v>
                </c:pt>
                <c:pt idx="254">
                  <c:v>425.57708333333352</c:v>
                </c:pt>
                <c:pt idx="255">
                  <c:v>393.61645833333324</c:v>
                </c:pt>
                <c:pt idx="256">
                  <c:v>436.7468750000001</c:v>
                </c:pt>
                <c:pt idx="257">
                  <c:v>361.08697916666665</c:v>
                </c:pt>
                <c:pt idx="258">
                  <c:v>250.04156249999991</c:v>
                </c:pt>
                <c:pt idx="259">
                  <c:v>109.99822916666669</c:v>
                </c:pt>
                <c:pt idx="260">
                  <c:v>98.813750000000041</c:v>
                </c:pt>
                <c:pt idx="261">
                  <c:v>294.81635416666688</c:v>
                </c:pt>
                <c:pt idx="262">
                  <c:v>374.00229166666668</c:v>
                </c:pt>
                <c:pt idx="263">
                  <c:v>388.99979166666662</c:v>
                </c:pt>
                <c:pt idx="264">
                  <c:v>395.00020833333315</c:v>
                </c:pt>
                <c:pt idx="265">
                  <c:v>372.04906250000022</c:v>
                </c:pt>
                <c:pt idx="266">
                  <c:v>344.73510416666659</c:v>
                </c:pt>
                <c:pt idx="267">
                  <c:v>299.99812500000007</c:v>
                </c:pt>
                <c:pt idx="268">
                  <c:v>276.91718749999995</c:v>
                </c:pt>
                <c:pt idx="269">
                  <c:v>294.99156250000004</c:v>
                </c:pt>
                <c:pt idx="270">
                  <c:v>402.34239583333334</c:v>
                </c:pt>
                <c:pt idx="271">
                  <c:v>423.53791666666683</c:v>
                </c:pt>
                <c:pt idx="272">
                  <c:v>344.01583333333338</c:v>
                </c:pt>
                <c:pt idx="273">
                  <c:v>265.06468750000005</c:v>
                </c:pt>
                <c:pt idx="274">
                  <c:v>192.79739583333333</c:v>
                </c:pt>
                <c:pt idx="275">
                  <c:v>297.4982291666667</c:v>
                </c:pt>
                <c:pt idx="276">
                  <c:v>83.069791666666688</c:v>
                </c:pt>
                <c:pt idx="277">
                  <c:v>183.70791666666673</c:v>
                </c:pt>
                <c:pt idx="278">
                  <c:v>187.70052083333329</c:v>
                </c:pt>
                <c:pt idx="279">
                  <c:v>130.49166666666673</c:v>
                </c:pt>
                <c:pt idx="280">
                  <c:v>341.75197916666679</c:v>
                </c:pt>
                <c:pt idx="281">
                  <c:v>372.66656249999988</c:v>
                </c:pt>
                <c:pt idx="282">
                  <c:v>201.31208333333325</c:v>
                </c:pt>
                <c:pt idx="283">
                  <c:v>137.60541666666668</c:v>
                </c:pt>
                <c:pt idx="284">
                  <c:v>366.41833333333324</c:v>
                </c:pt>
                <c:pt idx="285">
                  <c:v>261.43541666666664</c:v>
                </c:pt>
                <c:pt idx="286">
                  <c:v>255.81083333333342</c:v>
                </c:pt>
                <c:pt idx="287">
                  <c:v>156.99958333333333</c:v>
                </c:pt>
                <c:pt idx="288">
                  <c:v>105.00208333333336</c:v>
                </c:pt>
                <c:pt idx="289">
                  <c:v>188.9510416666667</c:v>
                </c:pt>
                <c:pt idx="290">
                  <c:v>191.09718749999999</c:v>
                </c:pt>
                <c:pt idx="291">
                  <c:v>172.97572916666672</c:v>
                </c:pt>
                <c:pt idx="292">
                  <c:v>132.70812500000002</c:v>
                </c:pt>
                <c:pt idx="293">
                  <c:v>168.17697916666663</c:v>
                </c:pt>
                <c:pt idx="294">
                  <c:v>136.35895833333333</c:v>
                </c:pt>
                <c:pt idx="295">
                  <c:v>117.48072916666666</c:v>
                </c:pt>
                <c:pt idx="296">
                  <c:v>115.92291666666669</c:v>
                </c:pt>
                <c:pt idx="297">
                  <c:v>102.42604166666666</c:v>
                </c:pt>
                <c:pt idx="298">
                  <c:v>126.39020833333335</c:v>
                </c:pt>
                <c:pt idx="299">
                  <c:v>121.10625</c:v>
                </c:pt>
                <c:pt idx="300">
                  <c:v>105.73812500000001</c:v>
                </c:pt>
                <c:pt idx="301">
                  <c:v>107.10843749999997</c:v>
                </c:pt>
                <c:pt idx="302">
                  <c:v>98.119499999999988</c:v>
                </c:pt>
                <c:pt idx="303">
                  <c:v>121.90437500000002</c:v>
                </c:pt>
                <c:pt idx="304">
                  <c:v>259.25666666666672</c:v>
                </c:pt>
                <c:pt idx="305">
                  <c:v>182.74947916666659</c:v>
                </c:pt>
                <c:pt idx="306">
                  <c:v>117.93281250000005</c:v>
                </c:pt>
                <c:pt idx="307">
                  <c:v>239.52729166666677</c:v>
                </c:pt>
                <c:pt idx="308">
                  <c:v>159.93781250000001</c:v>
                </c:pt>
                <c:pt idx="309">
                  <c:v>136.40458333333336</c:v>
                </c:pt>
                <c:pt idx="310">
                  <c:v>382.81302083333327</c:v>
                </c:pt>
                <c:pt idx="311">
                  <c:v>346.47239583333322</c:v>
                </c:pt>
                <c:pt idx="312">
                  <c:v>363.02312499999977</c:v>
                </c:pt>
                <c:pt idx="313">
                  <c:v>242.26114583333333</c:v>
                </c:pt>
                <c:pt idx="314">
                  <c:v>130.03593749999996</c:v>
                </c:pt>
                <c:pt idx="315">
                  <c:v>340.06406249999992</c:v>
                </c:pt>
                <c:pt idx="316">
                  <c:v>124.63468749999998</c:v>
                </c:pt>
                <c:pt idx="317">
                  <c:v>171.32614583333336</c:v>
                </c:pt>
                <c:pt idx="318">
                  <c:v>174.00031249999992</c:v>
                </c:pt>
                <c:pt idx="319">
                  <c:v>158.57760416666665</c:v>
                </c:pt>
                <c:pt idx="320">
                  <c:v>87.511874999999989</c:v>
                </c:pt>
                <c:pt idx="321">
                  <c:v>170.70104166666673</c:v>
                </c:pt>
                <c:pt idx="322">
                  <c:v>215.03031250000004</c:v>
                </c:pt>
                <c:pt idx="323">
                  <c:v>182.09781249999992</c:v>
                </c:pt>
                <c:pt idx="324">
                  <c:v>195.40843749999999</c:v>
                </c:pt>
                <c:pt idx="325">
                  <c:v>197.00406249999995</c:v>
                </c:pt>
                <c:pt idx="326">
                  <c:v>189.94718749999996</c:v>
                </c:pt>
                <c:pt idx="327">
                  <c:v>237.08791666666662</c:v>
                </c:pt>
                <c:pt idx="328">
                  <c:v>249.60093750000007</c:v>
                </c:pt>
                <c:pt idx="329">
                  <c:v>240.99802083333327</c:v>
                </c:pt>
                <c:pt idx="330">
                  <c:v>160.39031250000005</c:v>
                </c:pt>
                <c:pt idx="331">
                  <c:v>276.44541666666663</c:v>
                </c:pt>
                <c:pt idx="332">
                  <c:v>369.0922916666666</c:v>
                </c:pt>
                <c:pt idx="333">
                  <c:v>399.00000000000006</c:v>
                </c:pt>
                <c:pt idx="334">
                  <c:v>245.09281250000004</c:v>
                </c:pt>
                <c:pt idx="335">
                  <c:v>144.99875000000006</c:v>
                </c:pt>
                <c:pt idx="336">
                  <c:v>115.60770833333339</c:v>
                </c:pt>
                <c:pt idx="337">
                  <c:v>183.79364583333333</c:v>
                </c:pt>
                <c:pt idx="338">
                  <c:v>160.99124999999995</c:v>
                </c:pt>
                <c:pt idx="339">
                  <c:v>107.27875</c:v>
                </c:pt>
                <c:pt idx="340">
                  <c:v>370.70885416666664</c:v>
                </c:pt>
                <c:pt idx="341">
                  <c:v>390.35781250000008</c:v>
                </c:pt>
                <c:pt idx="342">
                  <c:v>431.13572916666675</c:v>
                </c:pt>
                <c:pt idx="343">
                  <c:v>279.44197916666661</c:v>
                </c:pt>
                <c:pt idx="344">
                  <c:v>155.09708333333336</c:v>
                </c:pt>
                <c:pt idx="345">
                  <c:v>427.7520833333333</c:v>
                </c:pt>
                <c:pt idx="346">
                  <c:v>420.0018749999997</c:v>
                </c:pt>
                <c:pt idx="347">
                  <c:v>436.82031249999994</c:v>
                </c:pt>
                <c:pt idx="348">
                  <c:v>413.93166666666701</c:v>
                </c:pt>
                <c:pt idx="349">
                  <c:v>432.00010416666692</c:v>
                </c:pt>
                <c:pt idx="350">
                  <c:v>274.34614583333331</c:v>
                </c:pt>
                <c:pt idx="351">
                  <c:v>166.54552083333334</c:v>
                </c:pt>
                <c:pt idx="352">
                  <c:v>148.00062499999993</c:v>
                </c:pt>
                <c:pt idx="353">
                  <c:v>181.52187499999999</c:v>
                </c:pt>
                <c:pt idx="354">
                  <c:v>206.00364583333337</c:v>
                </c:pt>
                <c:pt idx="355">
                  <c:v>190.64572916666665</c:v>
                </c:pt>
                <c:pt idx="356">
                  <c:v>189.36020833333328</c:v>
                </c:pt>
                <c:pt idx="357">
                  <c:v>110.58802083333337</c:v>
                </c:pt>
                <c:pt idx="358">
                  <c:v>106</c:v>
                </c:pt>
                <c:pt idx="359">
                  <c:v>59.999374999999979</c:v>
                </c:pt>
                <c:pt idx="360">
                  <c:v>87.060624999999973</c:v>
                </c:pt>
                <c:pt idx="361">
                  <c:v>70.505833333333314</c:v>
                </c:pt>
                <c:pt idx="362">
                  <c:v>17.195416666666663</c:v>
                </c:pt>
                <c:pt idx="363">
                  <c:v>21.797812499999992</c:v>
                </c:pt>
                <c:pt idx="364">
                  <c:v>-4.1667708333333335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A57-4DEC-878A-71A01238E17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535940976"/>
        <c:axId val="535940016"/>
      </c:lineChart>
      <c:catAx>
        <c:axId val="5359409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35940016"/>
        <c:crosses val="autoZero"/>
        <c:auto val="1"/>
        <c:lblAlgn val="ctr"/>
        <c:lblOffset val="100"/>
        <c:noMultiLvlLbl val="0"/>
      </c:catAx>
      <c:valAx>
        <c:axId val="5359400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3594097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[appended_day-ahead-prices_complete.xlsx]pivot tables!PivotTable22</c:name>
    <c:fmtId val="33"/>
  </c:pivotSource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n-US" sz="1400" b="1" i="0" u="none" strike="noStrike" kern="1200" spc="0" baseline="0" dirty="0">
                <a:solidFill>
                  <a:schemeClr val="tx1"/>
                </a:solidFill>
              </a:rPr>
              <a:t>Day-Ahead price for 2024 (Euro/MWh)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400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9525" cap="rnd">
            <a:solidFill>
              <a:srgbClr val="7030A0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9525" cap="rnd">
            <a:solidFill>
              <a:srgbClr val="7030A0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9525" cap="rnd">
            <a:solidFill>
              <a:srgbClr val="7030A0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'pivot tables'!$AA$41</c:f>
              <c:strCache>
                <c:ptCount val="1"/>
                <c:pt idx="0">
                  <c:v>Total</c:v>
                </c:pt>
              </c:strCache>
            </c:strRef>
          </c:tx>
          <c:spPr>
            <a:ln w="952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cat>
            <c:strRef>
              <c:f>'pivot tables'!$Z$42:$Z$408</c:f>
              <c:strCache>
                <c:ptCount val="366"/>
                <c:pt idx="0">
                  <c:v>01.01</c:v>
                </c:pt>
                <c:pt idx="1">
                  <c:v>02.01</c:v>
                </c:pt>
                <c:pt idx="2">
                  <c:v>03.01</c:v>
                </c:pt>
                <c:pt idx="3">
                  <c:v>04.01</c:v>
                </c:pt>
                <c:pt idx="4">
                  <c:v>05.01</c:v>
                </c:pt>
                <c:pt idx="5">
                  <c:v>06.01</c:v>
                </c:pt>
                <c:pt idx="6">
                  <c:v>07.01</c:v>
                </c:pt>
                <c:pt idx="7">
                  <c:v>08.01</c:v>
                </c:pt>
                <c:pt idx="8">
                  <c:v>09.01</c:v>
                </c:pt>
                <c:pt idx="9">
                  <c:v>10.01</c:v>
                </c:pt>
                <c:pt idx="10">
                  <c:v>11.01</c:v>
                </c:pt>
                <c:pt idx="11">
                  <c:v>12.01</c:v>
                </c:pt>
                <c:pt idx="12">
                  <c:v>13.01</c:v>
                </c:pt>
                <c:pt idx="13">
                  <c:v>14.01</c:v>
                </c:pt>
                <c:pt idx="14">
                  <c:v>15.01</c:v>
                </c:pt>
                <c:pt idx="15">
                  <c:v>16.01</c:v>
                </c:pt>
                <c:pt idx="16">
                  <c:v>17.01</c:v>
                </c:pt>
                <c:pt idx="17">
                  <c:v>18.01</c:v>
                </c:pt>
                <c:pt idx="18">
                  <c:v>19.01</c:v>
                </c:pt>
                <c:pt idx="19">
                  <c:v>20.01</c:v>
                </c:pt>
                <c:pt idx="20">
                  <c:v>21.01</c:v>
                </c:pt>
                <c:pt idx="21">
                  <c:v>22.01</c:v>
                </c:pt>
                <c:pt idx="22">
                  <c:v>23.01</c:v>
                </c:pt>
                <c:pt idx="23">
                  <c:v>24.01</c:v>
                </c:pt>
                <c:pt idx="24">
                  <c:v>25.01</c:v>
                </c:pt>
                <c:pt idx="25">
                  <c:v>26.01</c:v>
                </c:pt>
                <c:pt idx="26">
                  <c:v>27.01</c:v>
                </c:pt>
                <c:pt idx="27">
                  <c:v>28.01</c:v>
                </c:pt>
                <c:pt idx="28">
                  <c:v>29.01</c:v>
                </c:pt>
                <c:pt idx="29">
                  <c:v>30.01</c:v>
                </c:pt>
                <c:pt idx="30">
                  <c:v>31.01</c:v>
                </c:pt>
                <c:pt idx="31">
                  <c:v>01.02</c:v>
                </c:pt>
                <c:pt idx="32">
                  <c:v>02.02</c:v>
                </c:pt>
                <c:pt idx="33">
                  <c:v>03.02</c:v>
                </c:pt>
                <c:pt idx="34">
                  <c:v>04.02</c:v>
                </c:pt>
                <c:pt idx="35">
                  <c:v>05.02</c:v>
                </c:pt>
                <c:pt idx="36">
                  <c:v>06.02</c:v>
                </c:pt>
                <c:pt idx="37">
                  <c:v>07.02</c:v>
                </c:pt>
                <c:pt idx="38">
                  <c:v>08.02</c:v>
                </c:pt>
                <c:pt idx="39">
                  <c:v>09.02</c:v>
                </c:pt>
                <c:pt idx="40">
                  <c:v>10.02</c:v>
                </c:pt>
                <c:pt idx="41">
                  <c:v>11.02</c:v>
                </c:pt>
                <c:pt idx="42">
                  <c:v>12.02</c:v>
                </c:pt>
                <c:pt idx="43">
                  <c:v>13.02</c:v>
                </c:pt>
                <c:pt idx="44">
                  <c:v>14.02</c:v>
                </c:pt>
                <c:pt idx="45">
                  <c:v>15.02</c:v>
                </c:pt>
                <c:pt idx="46">
                  <c:v>16.02</c:v>
                </c:pt>
                <c:pt idx="47">
                  <c:v>17.02</c:v>
                </c:pt>
                <c:pt idx="48">
                  <c:v>18.02</c:v>
                </c:pt>
                <c:pt idx="49">
                  <c:v>19.02</c:v>
                </c:pt>
                <c:pt idx="50">
                  <c:v>20.02</c:v>
                </c:pt>
                <c:pt idx="51">
                  <c:v>21.02</c:v>
                </c:pt>
                <c:pt idx="52">
                  <c:v>22.02</c:v>
                </c:pt>
                <c:pt idx="53">
                  <c:v>23.02</c:v>
                </c:pt>
                <c:pt idx="54">
                  <c:v>24.02</c:v>
                </c:pt>
                <c:pt idx="55">
                  <c:v>25.02</c:v>
                </c:pt>
                <c:pt idx="56">
                  <c:v>26.02</c:v>
                </c:pt>
                <c:pt idx="57">
                  <c:v>27.02</c:v>
                </c:pt>
                <c:pt idx="58">
                  <c:v>28.02</c:v>
                </c:pt>
                <c:pt idx="59">
                  <c:v>29.02</c:v>
                </c:pt>
                <c:pt idx="60">
                  <c:v>01.03</c:v>
                </c:pt>
                <c:pt idx="61">
                  <c:v>02.03</c:v>
                </c:pt>
                <c:pt idx="62">
                  <c:v>03.03</c:v>
                </c:pt>
                <c:pt idx="63">
                  <c:v>04.03</c:v>
                </c:pt>
                <c:pt idx="64">
                  <c:v>05.03</c:v>
                </c:pt>
                <c:pt idx="65">
                  <c:v>06.03</c:v>
                </c:pt>
                <c:pt idx="66">
                  <c:v>07.03</c:v>
                </c:pt>
                <c:pt idx="67">
                  <c:v>08.03</c:v>
                </c:pt>
                <c:pt idx="68">
                  <c:v>09.03</c:v>
                </c:pt>
                <c:pt idx="69">
                  <c:v>10.03</c:v>
                </c:pt>
                <c:pt idx="70">
                  <c:v>11.03</c:v>
                </c:pt>
                <c:pt idx="71">
                  <c:v>12.03</c:v>
                </c:pt>
                <c:pt idx="72">
                  <c:v>13.03</c:v>
                </c:pt>
                <c:pt idx="73">
                  <c:v>14.03</c:v>
                </c:pt>
                <c:pt idx="74">
                  <c:v>15.03</c:v>
                </c:pt>
                <c:pt idx="75">
                  <c:v>16.03</c:v>
                </c:pt>
                <c:pt idx="76">
                  <c:v>17.03</c:v>
                </c:pt>
                <c:pt idx="77">
                  <c:v>18.03</c:v>
                </c:pt>
                <c:pt idx="78">
                  <c:v>19.03</c:v>
                </c:pt>
                <c:pt idx="79">
                  <c:v>20.03</c:v>
                </c:pt>
                <c:pt idx="80">
                  <c:v>21.03</c:v>
                </c:pt>
                <c:pt idx="81">
                  <c:v>22.03</c:v>
                </c:pt>
                <c:pt idx="82">
                  <c:v>23.03</c:v>
                </c:pt>
                <c:pt idx="83">
                  <c:v>24.03</c:v>
                </c:pt>
                <c:pt idx="84">
                  <c:v>25.03</c:v>
                </c:pt>
                <c:pt idx="85">
                  <c:v>26.03</c:v>
                </c:pt>
                <c:pt idx="86">
                  <c:v>27.03</c:v>
                </c:pt>
                <c:pt idx="87">
                  <c:v>28.03</c:v>
                </c:pt>
                <c:pt idx="88">
                  <c:v>29.03</c:v>
                </c:pt>
                <c:pt idx="89">
                  <c:v>30.03</c:v>
                </c:pt>
                <c:pt idx="90">
                  <c:v>31.03</c:v>
                </c:pt>
                <c:pt idx="91">
                  <c:v>01.04</c:v>
                </c:pt>
                <c:pt idx="92">
                  <c:v>02.04</c:v>
                </c:pt>
                <c:pt idx="93">
                  <c:v>03.04</c:v>
                </c:pt>
                <c:pt idx="94">
                  <c:v>04.04</c:v>
                </c:pt>
                <c:pt idx="95">
                  <c:v>05.04</c:v>
                </c:pt>
                <c:pt idx="96">
                  <c:v>06.04</c:v>
                </c:pt>
                <c:pt idx="97">
                  <c:v>07.04</c:v>
                </c:pt>
                <c:pt idx="98">
                  <c:v>08.04</c:v>
                </c:pt>
                <c:pt idx="99">
                  <c:v>09.04</c:v>
                </c:pt>
                <c:pt idx="100">
                  <c:v>10.04</c:v>
                </c:pt>
                <c:pt idx="101">
                  <c:v>11.04</c:v>
                </c:pt>
                <c:pt idx="102">
                  <c:v>12.04</c:v>
                </c:pt>
                <c:pt idx="103">
                  <c:v>13.04</c:v>
                </c:pt>
                <c:pt idx="104">
                  <c:v>14.04</c:v>
                </c:pt>
                <c:pt idx="105">
                  <c:v>15.04</c:v>
                </c:pt>
                <c:pt idx="106">
                  <c:v>16.04</c:v>
                </c:pt>
                <c:pt idx="107">
                  <c:v>17.04</c:v>
                </c:pt>
                <c:pt idx="108">
                  <c:v>18.04</c:v>
                </c:pt>
                <c:pt idx="109">
                  <c:v>19.04</c:v>
                </c:pt>
                <c:pt idx="110">
                  <c:v>20.04</c:v>
                </c:pt>
                <c:pt idx="111">
                  <c:v>21.04</c:v>
                </c:pt>
                <c:pt idx="112">
                  <c:v>22.04</c:v>
                </c:pt>
                <c:pt idx="113">
                  <c:v>23.04</c:v>
                </c:pt>
                <c:pt idx="114">
                  <c:v>24.04</c:v>
                </c:pt>
                <c:pt idx="115">
                  <c:v>25.04</c:v>
                </c:pt>
                <c:pt idx="116">
                  <c:v>26.04</c:v>
                </c:pt>
                <c:pt idx="117">
                  <c:v>27.04</c:v>
                </c:pt>
                <c:pt idx="118">
                  <c:v>28.04</c:v>
                </c:pt>
                <c:pt idx="119">
                  <c:v>29.04</c:v>
                </c:pt>
                <c:pt idx="120">
                  <c:v>30.04</c:v>
                </c:pt>
                <c:pt idx="121">
                  <c:v>01.05</c:v>
                </c:pt>
                <c:pt idx="122">
                  <c:v>02.05</c:v>
                </c:pt>
                <c:pt idx="123">
                  <c:v>03.05</c:v>
                </c:pt>
                <c:pt idx="124">
                  <c:v>04.05</c:v>
                </c:pt>
                <c:pt idx="125">
                  <c:v>05.05</c:v>
                </c:pt>
                <c:pt idx="126">
                  <c:v>06.05</c:v>
                </c:pt>
                <c:pt idx="127">
                  <c:v>07.05</c:v>
                </c:pt>
                <c:pt idx="128">
                  <c:v>08.05</c:v>
                </c:pt>
                <c:pt idx="129">
                  <c:v>09.05</c:v>
                </c:pt>
                <c:pt idx="130">
                  <c:v>10.05</c:v>
                </c:pt>
                <c:pt idx="131">
                  <c:v>11.05</c:v>
                </c:pt>
                <c:pt idx="132">
                  <c:v>12.05</c:v>
                </c:pt>
                <c:pt idx="133">
                  <c:v>13.05</c:v>
                </c:pt>
                <c:pt idx="134">
                  <c:v>14.05</c:v>
                </c:pt>
                <c:pt idx="135">
                  <c:v>15.05</c:v>
                </c:pt>
                <c:pt idx="136">
                  <c:v>16.05</c:v>
                </c:pt>
                <c:pt idx="137">
                  <c:v>17.05</c:v>
                </c:pt>
                <c:pt idx="138">
                  <c:v>18.05</c:v>
                </c:pt>
                <c:pt idx="139">
                  <c:v>19.05</c:v>
                </c:pt>
                <c:pt idx="140">
                  <c:v>20.05</c:v>
                </c:pt>
                <c:pt idx="141">
                  <c:v>21.05</c:v>
                </c:pt>
                <c:pt idx="142">
                  <c:v>22.05</c:v>
                </c:pt>
                <c:pt idx="143">
                  <c:v>23.05</c:v>
                </c:pt>
                <c:pt idx="144">
                  <c:v>24.05</c:v>
                </c:pt>
                <c:pt idx="145">
                  <c:v>25.05</c:v>
                </c:pt>
                <c:pt idx="146">
                  <c:v>26.05</c:v>
                </c:pt>
                <c:pt idx="147">
                  <c:v>27.05</c:v>
                </c:pt>
                <c:pt idx="148">
                  <c:v>28.05</c:v>
                </c:pt>
                <c:pt idx="149">
                  <c:v>29.05</c:v>
                </c:pt>
                <c:pt idx="150">
                  <c:v>30.05</c:v>
                </c:pt>
                <c:pt idx="151">
                  <c:v>31.05</c:v>
                </c:pt>
                <c:pt idx="152">
                  <c:v>01.06</c:v>
                </c:pt>
                <c:pt idx="153">
                  <c:v>02.06</c:v>
                </c:pt>
                <c:pt idx="154">
                  <c:v>03.06</c:v>
                </c:pt>
                <c:pt idx="155">
                  <c:v>04.06</c:v>
                </c:pt>
                <c:pt idx="156">
                  <c:v>05.06</c:v>
                </c:pt>
                <c:pt idx="157">
                  <c:v>06.06</c:v>
                </c:pt>
                <c:pt idx="158">
                  <c:v>07.06</c:v>
                </c:pt>
                <c:pt idx="159">
                  <c:v>08.06</c:v>
                </c:pt>
                <c:pt idx="160">
                  <c:v>09.06</c:v>
                </c:pt>
                <c:pt idx="161">
                  <c:v>10.06</c:v>
                </c:pt>
                <c:pt idx="162">
                  <c:v>11.06</c:v>
                </c:pt>
                <c:pt idx="163">
                  <c:v>12.06</c:v>
                </c:pt>
                <c:pt idx="164">
                  <c:v>13.06</c:v>
                </c:pt>
                <c:pt idx="165">
                  <c:v>14.06</c:v>
                </c:pt>
                <c:pt idx="166">
                  <c:v>15.06</c:v>
                </c:pt>
                <c:pt idx="167">
                  <c:v>16.06</c:v>
                </c:pt>
                <c:pt idx="168">
                  <c:v>17.06</c:v>
                </c:pt>
                <c:pt idx="169">
                  <c:v>18.06</c:v>
                </c:pt>
                <c:pt idx="170">
                  <c:v>19.06</c:v>
                </c:pt>
                <c:pt idx="171">
                  <c:v>20.06</c:v>
                </c:pt>
                <c:pt idx="172">
                  <c:v>21.06</c:v>
                </c:pt>
                <c:pt idx="173">
                  <c:v>22.06</c:v>
                </c:pt>
                <c:pt idx="174">
                  <c:v>23.06</c:v>
                </c:pt>
                <c:pt idx="175">
                  <c:v>24.06</c:v>
                </c:pt>
                <c:pt idx="176">
                  <c:v>25.06</c:v>
                </c:pt>
                <c:pt idx="177">
                  <c:v>26.06</c:v>
                </c:pt>
                <c:pt idx="178">
                  <c:v>27.06</c:v>
                </c:pt>
                <c:pt idx="179">
                  <c:v>28.06</c:v>
                </c:pt>
                <c:pt idx="180">
                  <c:v>29.06</c:v>
                </c:pt>
                <c:pt idx="181">
                  <c:v>30.06</c:v>
                </c:pt>
                <c:pt idx="182">
                  <c:v>01.07</c:v>
                </c:pt>
                <c:pt idx="183">
                  <c:v>02.07</c:v>
                </c:pt>
                <c:pt idx="184">
                  <c:v>03.07</c:v>
                </c:pt>
                <c:pt idx="185">
                  <c:v>04.07</c:v>
                </c:pt>
                <c:pt idx="186">
                  <c:v>05.07</c:v>
                </c:pt>
                <c:pt idx="187">
                  <c:v>06.07</c:v>
                </c:pt>
                <c:pt idx="188">
                  <c:v>07.07</c:v>
                </c:pt>
                <c:pt idx="189">
                  <c:v>08.07</c:v>
                </c:pt>
                <c:pt idx="190">
                  <c:v>09.07</c:v>
                </c:pt>
                <c:pt idx="191">
                  <c:v>10.07</c:v>
                </c:pt>
                <c:pt idx="192">
                  <c:v>11.07</c:v>
                </c:pt>
                <c:pt idx="193">
                  <c:v>12.07</c:v>
                </c:pt>
                <c:pt idx="194">
                  <c:v>13.07</c:v>
                </c:pt>
                <c:pt idx="195">
                  <c:v>14.07</c:v>
                </c:pt>
                <c:pt idx="196">
                  <c:v>15.07</c:v>
                </c:pt>
                <c:pt idx="197">
                  <c:v>16.07</c:v>
                </c:pt>
                <c:pt idx="198">
                  <c:v>17.07</c:v>
                </c:pt>
                <c:pt idx="199">
                  <c:v>18.07</c:v>
                </c:pt>
                <c:pt idx="200">
                  <c:v>19.07</c:v>
                </c:pt>
                <c:pt idx="201">
                  <c:v>20.07</c:v>
                </c:pt>
                <c:pt idx="202">
                  <c:v>21.07</c:v>
                </c:pt>
                <c:pt idx="203">
                  <c:v>22.07</c:v>
                </c:pt>
                <c:pt idx="204">
                  <c:v>23.07</c:v>
                </c:pt>
                <c:pt idx="205">
                  <c:v>24.07</c:v>
                </c:pt>
                <c:pt idx="206">
                  <c:v>25.07</c:v>
                </c:pt>
                <c:pt idx="207">
                  <c:v>26.07</c:v>
                </c:pt>
                <c:pt idx="208">
                  <c:v>27.07</c:v>
                </c:pt>
                <c:pt idx="209">
                  <c:v>28.07</c:v>
                </c:pt>
                <c:pt idx="210">
                  <c:v>29.07</c:v>
                </c:pt>
                <c:pt idx="211">
                  <c:v>30.07</c:v>
                </c:pt>
                <c:pt idx="212">
                  <c:v>31.07</c:v>
                </c:pt>
                <c:pt idx="213">
                  <c:v>01.08</c:v>
                </c:pt>
                <c:pt idx="214">
                  <c:v>02.08</c:v>
                </c:pt>
                <c:pt idx="215">
                  <c:v>03.08</c:v>
                </c:pt>
                <c:pt idx="216">
                  <c:v>04.08</c:v>
                </c:pt>
                <c:pt idx="217">
                  <c:v>05.08</c:v>
                </c:pt>
                <c:pt idx="218">
                  <c:v>06.08</c:v>
                </c:pt>
                <c:pt idx="219">
                  <c:v>07.08</c:v>
                </c:pt>
                <c:pt idx="220">
                  <c:v>08.08</c:v>
                </c:pt>
                <c:pt idx="221">
                  <c:v>09.08</c:v>
                </c:pt>
                <c:pt idx="222">
                  <c:v>10.08</c:v>
                </c:pt>
                <c:pt idx="223">
                  <c:v>11.08</c:v>
                </c:pt>
                <c:pt idx="224">
                  <c:v>12.08</c:v>
                </c:pt>
                <c:pt idx="225">
                  <c:v>13.08</c:v>
                </c:pt>
                <c:pt idx="226">
                  <c:v>14.08</c:v>
                </c:pt>
                <c:pt idx="227">
                  <c:v>15.08</c:v>
                </c:pt>
                <c:pt idx="228">
                  <c:v>16.08</c:v>
                </c:pt>
                <c:pt idx="229">
                  <c:v>17.08</c:v>
                </c:pt>
                <c:pt idx="230">
                  <c:v>18.08</c:v>
                </c:pt>
                <c:pt idx="231">
                  <c:v>19.08</c:v>
                </c:pt>
                <c:pt idx="232">
                  <c:v>20.08</c:v>
                </c:pt>
                <c:pt idx="233">
                  <c:v>21.08</c:v>
                </c:pt>
                <c:pt idx="234">
                  <c:v>22.08</c:v>
                </c:pt>
                <c:pt idx="235">
                  <c:v>23.08</c:v>
                </c:pt>
                <c:pt idx="236">
                  <c:v>24.08</c:v>
                </c:pt>
                <c:pt idx="237">
                  <c:v>25.08</c:v>
                </c:pt>
                <c:pt idx="238">
                  <c:v>26.08</c:v>
                </c:pt>
                <c:pt idx="239">
                  <c:v>27.08</c:v>
                </c:pt>
                <c:pt idx="240">
                  <c:v>28.08</c:v>
                </c:pt>
                <c:pt idx="241">
                  <c:v>29.08</c:v>
                </c:pt>
                <c:pt idx="242">
                  <c:v>30.08</c:v>
                </c:pt>
                <c:pt idx="243">
                  <c:v>31.08</c:v>
                </c:pt>
                <c:pt idx="244">
                  <c:v>01.09</c:v>
                </c:pt>
                <c:pt idx="245">
                  <c:v>02.09</c:v>
                </c:pt>
                <c:pt idx="246">
                  <c:v>03.09</c:v>
                </c:pt>
                <c:pt idx="247">
                  <c:v>04.09</c:v>
                </c:pt>
                <c:pt idx="248">
                  <c:v>05.09</c:v>
                </c:pt>
                <c:pt idx="249">
                  <c:v>06.09</c:v>
                </c:pt>
                <c:pt idx="250">
                  <c:v>07.09</c:v>
                </c:pt>
                <c:pt idx="251">
                  <c:v>08.09</c:v>
                </c:pt>
                <c:pt idx="252">
                  <c:v>09.09</c:v>
                </c:pt>
                <c:pt idx="253">
                  <c:v>10.09</c:v>
                </c:pt>
                <c:pt idx="254">
                  <c:v>11.09</c:v>
                </c:pt>
                <c:pt idx="255">
                  <c:v>12.09</c:v>
                </c:pt>
                <c:pt idx="256">
                  <c:v>13.09</c:v>
                </c:pt>
                <c:pt idx="257">
                  <c:v>14.09</c:v>
                </c:pt>
                <c:pt idx="258">
                  <c:v>15.09</c:v>
                </c:pt>
                <c:pt idx="259">
                  <c:v>16.09</c:v>
                </c:pt>
                <c:pt idx="260">
                  <c:v>17.09</c:v>
                </c:pt>
                <c:pt idx="261">
                  <c:v>18.09</c:v>
                </c:pt>
                <c:pt idx="262">
                  <c:v>19.09</c:v>
                </c:pt>
                <c:pt idx="263">
                  <c:v>20.09</c:v>
                </c:pt>
                <c:pt idx="264">
                  <c:v>21.09</c:v>
                </c:pt>
                <c:pt idx="265">
                  <c:v>22.09</c:v>
                </c:pt>
                <c:pt idx="266">
                  <c:v>23.09</c:v>
                </c:pt>
                <c:pt idx="267">
                  <c:v>24.09</c:v>
                </c:pt>
                <c:pt idx="268">
                  <c:v>25.09</c:v>
                </c:pt>
                <c:pt idx="269">
                  <c:v>26.09</c:v>
                </c:pt>
                <c:pt idx="270">
                  <c:v>27.09</c:v>
                </c:pt>
                <c:pt idx="271">
                  <c:v>28.09</c:v>
                </c:pt>
                <c:pt idx="272">
                  <c:v>29.09</c:v>
                </c:pt>
                <c:pt idx="273">
                  <c:v>30.09</c:v>
                </c:pt>
                <c:pt idx="274">
                  <c:v>01.10</c:v>
                </c:pt>
                <c:pt idx="275">
                  <c:v>02.10</c:v>
                </c:pt>
                <c:pt idx="276">
                  <c:v>03.10</c:v>
                </c:pt>
                <c:pt idx="277">
                  <c:v>04.10</c:v>
                </c:pt>
                <c:pt idx="278">
                  <c:v>05.10</c:v>
                </c:pt>
                <c:pt idx="279">
                  <c:v>06.10</c:v>
                </c:pt>
                <c:pt idx="280">
                  <c:v>07.10</c:v>
                </c:pt>
                <c:pt idx="281">
                  <c:v>08.10</c:v>
                </c:pt>
                <c:pt idx="282">
                  <c:v>09.10</c:v>
                </c:pt>
                <c:pt idx="283">
                  <c:v>10.10</c:v>
                </c:pt>
                <c:pt idx="284">
                  <c:v>11.10</c:v>
                </c:pt>
                <c:pt idx="285">
                  <c:v>12.10</c:v>
                </c:pt>
                <c:pt idx="286">
                  <c:v>13.10</c:v>
                </c:pt>
                <c:pt idx="287">
                  <c:v>14.10</c:v>
                </c:pt>
                <c:pt idx="288">
                  <c:v>15.10</c:v>
                </c:pt>
                <c:pt idx="289">
                  <c:v>16.10</c:v>
                </c:pt>
                <c:pt idx="290">
                  <c:v>17.10</c:v>
                </c:pt>
                <c:pt idx="291">
                  <c:v>18.10</c:v>
                </c:pt>
                <c:pt idx="292">
                  <c:v>19.10</c:v>
                </c:pt>
                <c:pt idx="293">
                  <c:v>20.10</c:v>
                </c:pt>
                <c:pt idx="294">
                  <c:v>21.10</c:v>
                </c:pt>
                <c:pt idx="295">
                  <c:v>22.10</c:v>
                </c:pt>
                <c:pt idx="296">
                  <c:v>23.10</c:v>
                </c:pt>
                <c:pt idx="297">
                  <c:v>24.10</c:v>
                </c:pt>
                <c:pt idx="298">
                  <c:v>25.10</c:v>
                </c:pt>
                <c:pt idx="299">
                  <c:v>26.10</c:v>
                </c:pt>
                <c:pt idx="300">
                  <c:v>27.10</c:v>
                </c:pt>
                <c:pt idx="301">
                  <c:v>28.10</c:v>
                </c:pt>
                <c:pt idx="302">
                  <c:v>29.10</c:v>
                </c:pt>
                <c:pt idx="303">
                  <c:v>30.10</c:v>
                </c:pt>
                <c:pt idx="304">
                  <c:v>31.10</c:v>
                </c:pt>
                <c:pt idx="305">
                  <c:v>01.11</c:v>
                </c:pt>
                <c:pt idx="306">
                  <c:v>02.11</c:v>
                </c:pt>
                <c:pt idx="307">
                  <c:v>03.11</c:v>
                </c:pt>
                <c:pt idx="308">
                  <c:v>04.11</c:v>
                </c:pt>
                <c:pt idx="309">
                  <c:v>05.11</c:v>
                </c:pt>
                <c:pt idx="310">
                  <c:v>06.11</c:v>
                </c:pt>
                <c:pt idx="311">
                  <c:v>07.11</c:v>
                </c:pt>
                <c:pt idx="312">
                  <c:v>08.11</c:v>
                </c:pt>
                <c:pt idx="313">
                  <c:v>09.11</c:v>
                </c:pt>
                <c:pt idx="314">
                  <c:v>10.11</c:v>
                </c:pt>
                <c:pt idx="315">
                  <c:v>11.11</c:v>
                </c:pt>
                <c:pt idx="316">
                  <c:v>12.11</c:v>
                </c:pt>
                <c:pt idx="317">
                  <c:v>13.11</c:v>
                </c:pt>
                <c:pt idx="318">
                  <c:v>14.11</c:v>
                </c:pt>
                <c:pt idx="319">
                  <c:v>15.11</c:v>
                </c:pt>
                <c:pt idx="320">
                  <c:v>16.11</c:v>
                </c:pt>
                <c:pt idx="321">
                  <c:v>17.11</c:v>
                </c:pt>
                <c:pt idx="322">
                  <c:v>18.11</c:v>
                </c:pt>
                <c:pt idx="323">
                  <c:v>19.11</c:v>
                </c:pt>
                <c:pt idx="324">
                  <c:v>20.11</c:v>
                </c:pt>
                <c:pt idx="325">
                  <c:v>21.11</c:v>
                </c:pt>
                <c:pt idx="326">
                  <c:v>22.11</c:v>
                </c:pt>
                <c:pt idx="327">
                  <c:v>23.11</c:v>
                </c:pt>
                <c:pt idx="328">
                  <c:v>24.11</c:v>
                </c:pt>
                <c:pt idx="329">
                  <c:v>25.11</c:v>
                </c:pt>
                <c:pt idx="330">
                  <c:v>26.11</c:v>
                </c:pt>
                <c:pt idx="331">
                  <c:v>27.11</c:v>
                </c:pt>
                <c:pt idx="332">
                  <c:v>28.11</c:v>
                </c:pt>
                <c:pt idx="333">
                  <c:v>29.11</c:v>
                </c:pt>
                <c:pt idx="334">
                  <c:v>30.11</c:v>
                </c:pt>
                <c:pt idx="335">
                  <c:v>01.12</c:v>
                </c:pt>
                <c:pt idx="336">
                  <c:v>02.12</c:v>
                </c:pt>
                <c:pt idx="337">
                  <c:v>03.12</c:v>
                </c:pt>
                <c:pt idx="338">
                  <c:v>04.12</c:v>
                </c:pt>
                <c:pt idx="339">
                  <c:v>05.12</c:v>
                </c:pt>
                <c:pt idx="340">
                  <c:v>06.12</c:v>
                </c:pt>
                <c:pt idx="341">
                  <c:v>07.12</c:v>
                </c:pt>
                <c:pt idx="342">
                  <c:v>08.12</c:v>
                </c:pt>
                <c:pt idx="343">
                  <c:v>09.12</c:v>
                </c:pt>
                <c:pt idx="344">
                  <c:v>10.12</c:v>
                </c:pt>
                <c:pt idx="345">
                  <c:v>11.12</c:v>
                </c:pt>
                <c:pt idx="346">
                  <c:v>12.12</c:v>
                </c:pt>
                <c:pt idx="347">
                  <c:v>13.12</c:v>
                </c:pt>
                <c:pt idx="348">
                  <c:v>14.12</c:v>
                </c:pt>
                <c:pt idx="349">
                  <c:v>15.12</c:v>
                </c:pt>
                <c:pt idx="350">
                  <c:v>16.12</c:v>
                </c:pt>
                <c:pt idx="351">
                  <c:v>17.12</c:v>
                </c:pt>
                <c:pt idx="352">
                  <c:v>18.12</c:v>
                </c:pt>
                <c:pt idx="353">
                  <c:v>19.12</c:v>
                </c:pt>
                <c:pt idx="354">
                  <c:v>20.12</c:v>
                </c:pt>
                <c:pt idx="355">
                  <c:v>21.12</c:v>
                </c:pt>
                <c:pt idx="356">
                  <c:v>22.12</c:v>
                </c:pt>
                <c:pt idx="357">
                  <c:v>23.12</c:v>
                </c:pt>
                <c:pt idx="358">
                  <c:v>24.12</c:v>
                </c:pt>
                <c:pt idx="359">
                  <c:v>25.12</c:v>
                </c:pt>
                <c:pt idx="360">
                  <c:v>26.12</c:v>
                </c:pt>
                <c:pt idx="361">
                  <c:v>27.12</c:v>
                </c:pt>
                <c:pt idx="362">
                  <c:v>28.12</c:v>
                </c:pt>
                <c:pt idx="363">
                  <c:v>29.12</c:v>
                </c:pt>
                <c:pt idx="364">
                  <c:v>30.12</c:v>
                </c:pt>
                <c:pt idx="365">
                  <c:v>31.12</c:v>
                </c:pt>
              </c:strCache>
            </c:strRef>
          </c:cat>
          <c:val>
            <c:numRef>
              <c:f>'pivot tables'!$AA$42:$AA$408</c:f>
              <c:numCache>
                <c:formatCode>General</c:formatCode>
                <c:ptCount val="366"/>
                <c:pt idx="0">
                  <c:v>10.483958333333334</c:v>
                </c:pt>
                <c:pt idx="1">
                  <c:v>67.508749999999978</c:v>
                </c:pt>
                <c:pt idx="2">
                  <c:v>68.469895833333339</c:v>
                </c:pt>
                <c:pt idx="3">
                  <c:v>16.054791666666656</c:v>
                </c:pt>
                <c:pt idx="4">
                  <c:v>9.2633333333333372</c:v>
                </c:pt>
                <c:pt idx="5">
                  <c:v>56.998020833333378</c:v>
                </c:pt>
                <c:pt idx="6">
                  <c:v>91.998958333333277</c:v>
                </c:pt>
                <c:pt idx="7">
                  <c:v>95.213541666666629</c:v>
                </c:pt>
                <c:pt idx="8">
                  <c:v>53.63604166666665</c:v>
                </c:pt>
                <c:pt idx="9">
                  <c:v>68.774687499999985</c:v>
                </c:pt>
                <c:pt idx="10">
                  <c:v>61.423750000000013</c:v>
                </c:pt>
                <c:pt idx="11">
                  <c:v>96.498958333333306</c:v>
                </c:pt>
                <c:pt idx="12">
                  <c:v>74.828333333333319</c:v>
                </c:pt>
                <c:pt idx="13">
                  <c:v>66.157812499999963</c:v>
                </c:pt>
                <c:pt idx="14">
                  <c:v>86.999479166666674</c:v>
                </c:pt>
                <c:pt idx="15">
                  <c:v>99.325625000000059</c:v>
                </c:pt>
                <c:pt idx="16">
                  <c:v>99.320416666666674</c:v>
                </c:pt>
                <c:pt idx="17">
                  <c:v>93.692604166666669</c:v>
                </c:pt>
                <c:pt idx="18">
                  <c:v>80.725312500000001</c:v>
                </c:pt>
                <c:pt idx="19">
                  <c:v>71.67812499999998</c:v>
                </c:pt>
                <c:pt idx="20">
                  <c:v>45.353229166666665</c:v>
                </c:pt>
                <c:pt idx="21">
                  <c:v>40.000729166666666</c:v>
                </c:pt>
                <c:pt idx="22">
                  <c:v>55.873854166666661</c:v>
                </c:pt>
                <c:pt idx="23">
                  <c:v>42.841562500000002</c:v>
                </c:pt>
                <c:pt idx="24">
                  <c:v>75.904270833333342</c:v>
                </c:pt>
                <c:pt idx="25">
                  <c:v>63.655104166666682</c:v>
                </c:pt>
                <c:pt idx="26">
                  <c:v>65.546145833333355</c:v>
                </c:pt>
                <c:pt idx="27">
                  <c:v>63.091145833333343</c:v>
                </c:pt>
                <c:pt idx="28">
                  <c:v>72.902083333333337</c:v>
                </c:pt>
                <c:pt idx="29">
                  <c:v>78.108333333333334</c:v>
                </c:pt>
                <c:pt idx="30">
                  <c:v>72.83416666666669</c:v>
                </c:pt>
                <c:pt idx="31">
                  <c:v>61.001354166666665</c:v>
                </c:pt>
                <c:pt idx="32">
                  <c:v>64.705416666666679</c:v>
                </c:pt>
                <c:pt idx="33">
                  <c:v>61.487812499999983</c:v>
                </c:pt>
                <c:pt idx="34">
                  <c:v>34.500520833333333</c:v>
                </c:pt>
                <c:pt idx="35">
                  <c:v>43.033229166666679</c:v>
                </c:pt>
                <c:pt idx="36">
                  <c:v>25.229687499999983</c:v>
                </c:pt>
                <c:pt idx="37">
                  <c:v>87.64885416666668</c:v>
                </c:pt>
                <c:pt idx="38">
                  <c:v>95.269270833333323</c:v>
                </c:pt>
                <c:pt idx="39">
                  <c:v>105.73125</c:v>
                </c:pt>
                <c:pt idx="40">
                  <c:v>97.790520833333346</c:v>
                </c:pt>
                <c:pt idx="41">
                  <c:v>102.55645833333337</c:v>
                </c:pt>
                <c:pt idx="42">
                  <c:v>107.11270833333339</c:v>
                </c:pt>
                <c:pt idx="43">
                  <c:v>73.50500000000001</c:v>
                </c:pt>
                <c:pt idx="44">
                  <c:v>70.028125000000003</c:v>
                </c:pt>
                <c:pt idx="45">
                  <c:v>72.245937499999982</c:v>
                </c:pt>
                <c:pt idx="46">
                  <c:v>61.000729166666666</c:v>
                </c:pt>
                <c:pt idx="47">
                  <c:v>66.68468750000001</c:v>
                </c:pt>
                <c:pt idx="48">
                  <c:v>55.75708333333332</c:v>
                </c:pt>
                <c:pt idx="49">
                  <c:v>64.793125000000018</c:v>
                </c:pt>
                <c:pt idx="50">
                  <c:v>63.601354166666653</c:v>
                </c:pt>
                <c:pt idx="51">
                  <c:v>56.782187499999964</c:v>
                </c:pt>
                <c:pt idx="52">
                  <c:v>48.479687500000004</c:v>
                </c:pt>
                <c:pt idx="53">
                  <c:v>39.340624999999996</c:v>
                </c:pt>
                <c:pt idx="54">
                  <c:v>58.898749999999978</c:v>
                </c:pt>
                <c:pt idx="55">
                  <c:v>54.99916666666666</c:v>
                </c:pt>
                <c:pt idx="56">
                  <c:v>64.499895833333298</c:v>
                </c:pt>
                <c:pt idx="57">
                  <c:v>75.512500000000003</c:v>
                </c:pt>
                <c:pt idx="58">
                  <c:v>72.301666666666634</c:v>
                </c:pt>
                <c:pt idx="59">
                  <c:v>61.999166666666646</c:v>
                </c:pt>
                <c:pt idx="60">
                  <c:v>41.5683333333333</c:v>
                </c:pt>
                <c:pt idx="61">
                  <c:v>33.225833333333348</c:v>
                </c:pt>
                <c:pt idx="62">
                  <c:v>58.128020833333345</c:v>
                </c:pt>
                <c:pt idx="63">
                  <c:v>78.455104166666672</c:v>
                </c:pt>
                <c:pt idx="64">
                  <c:v>68.085104166666639</c:v>
                </c:pt>
                <c:pt idx="65">
                  <c:v>84.841145833333329</c:v>
                </c:pt>
                <c:pt idx="66">
                  <c:v>91.858854166666731</c:v>
                </c:pt>
                <c:pt idx="67">
                  <c:v>74.01614583333334</c:v>
                </c:pt>
                <c:pt idx="68">
                  <c:v>128.74989583333323</c:v>
                </c:pt>
                <c:pt idx="69">
                  <c:v>81.845104166666701</c:v>
                </c:pt>
                <c:pt idx="70">
                  <c:v>88.778854166666648</c:v>
                </c:pt>
                <c:pt idx="71">
                  <c:v>138.00208333333327</c:v>
                </c:pt>
                <c:pt idx="72">
                  <c:v>72.238645833333308</c:v>
                </c:pt>
                <c:pt idx="73">
                  <c:v>66.885833333333295</c:v>
                </c:pt>
                <c:pt idx="74">
                  <c:v>55.261458333333316</c:v>
                </c:pt>
                <c:pt idx="75">
                  <c:v>44.850416666666653</c:v>
                </c:pt>
                <c:pt idx="76">
                  <c:v>58.498229166666647</c:v>
                </c:pt>
                <c:pt idx="77">
                  <c:v>76.504791666666634</c:v>
                </c:pt>
                <c:pt idx="78">
                  <c:v>82.818124999999995</c:v>
                </c:pt>
                <c:pt idx="79">
                  <c:v>89.681354166666651</c:v>
                </c:pt>
                <c:pt idx="80">
                  <c:v>80.358437499999937</c:v>
                </c:pt>
                <c:pt idx="81">
                  <c:v>65.518854166666642</c:v>
                </c:pt>
                <c:pt idx="82">
                  <c:v>31.299791666666653</c:v>
                </c:pt>
                <c:pt idx="83">
                  <c:v>15.874374999999993</c:v>
                </c:pt>
                <c:pt idx="84">
                  <c:v>71.519999999999968</c:v>
                </c:pt>
                <c:pt idx="85">
                  <c:v>67.2552083333333</c:v>
                </c:pt>
                <c:pt idx="86">
                  <c:v>72.899999999999977</c:v>
                </c:pt>
                <c:pt idx="87">
                  <c:v>52.112291666666657</c:v>
                </c:pt>
                <c:pt idx="88">
                  <c:v>33.14083333333334</c:v>
                </c:pt>
                <c:pt idx="89">
                  <c:v>39.89291666666665</c:v>
                </c:pt>
                <c:pt idx="90">
                  <c:v>33.264456521739127</c:v>
                </c:pt>
                <c:pt idx="91">
                  <c:v>82.23343749999998</c:v>
                </c:pt>
                <c:pt idx="92">
                  <c:v>9.9010416666666661</c:v>
                </c:pt>
                <c:pt idx="93">
                  <c:v>76.495312500000026</c:v>
                </c:pt>
                <c:pt idx="94">
                  <c:v>62.500416666666666</c:v>
                </c:pt>
                <c:pt idx="95">
                  <c:v>72.498854166666632</c:v>
                </c:pt>
                <c:pt idx="96">
                  <c:v>112.40593749999995</c:v>
                </c:pt>
                <c:pt idx="97">
                  <c:v>39.500104166666659</c:v>
                </c:pt>
                <c:pt idx="98">
                  <c:v>60.773854166666688</c:v>
                </c:pt>
                <c:pt idx="99">
                  <c:v>128.22124999999991</c:v>
                </c:pt>
                <c:pt idx="100">
                  <c:v>97.540625000000077</c:v>
                </c:pt>
                <c:pt idx="101">
                  <c:v>134.80218750000003</c:v>
                </c:pt>
                <c:pt idx="102">
                  <c:v>184.89354166666661</c:v>
                </c:pt>
                <c:pt idx="103">
                  <c:v>27.814895833333328</c:v>
                </c:pt>
                <c:pt idx="104">
                  <c:v>4.6551041666666553</c:v>
                </c:pt>
                <c:pt idx="105">
                  <c:v>57.482187499999988</c:v>
                </c:pt>
                <c:pt idx="106">
                  <c:v>58.761250000000018</c:v>
                </c:pt>
                <c:pt idx="107">
                  <c:v>110.49177083333329</c:v>
                </c:pt>
                <c:pt idx="108">
                  <c:v>96.999895833333298</c:v>
                </c:pt>
                <c:pt idx="109">
                  <c:v>57.16854166666667</c:v>
                </c:pt>
                <c:pt idx="110">
                  <c:v>56.533437499999991</c:v>
                </c:pt>
                <c:pt idx="111">
                  <c:v>56.289270833333319</c:v>
                </c:pt>
                <c:pt idx="112">
                  <c:v>97.841562500000009</c:v>
                </c:pt>
                <c:pt idx="113">
                  <c:v>96.387604166666662</c:v>
                </c:pt>
                <c:pt idx="114">
                  <c:v>89.647499999999994</c:v>
                </c:pt>
                <c:pt idx="115">
                  <c:v>93.132083333333341</c:v>
                </c:pt>
                <c:pt idx="116">
                  <c:v>88.922708333333318</c:v>
                </c:pt>
                <c:pt idx="117">
                  <c:v>61.033229166666672</c:v>
                </c:pt>
                <c:pt idx="118">
                  <c:v>23.594895833333343</c:v>
                </c:pt>
                <c:pt idx="119">
                  <c:v>84.93874999999997</c:v>
                </c:pt>
                <c:pt idx="120">
                  <c:v>70.794791666666654</c:v>
                </c:pt>
                <c:pt idx="121">
                  <c:v>93.361354166666658</c:v>
                </c:pt>
                <c:pt idx="122">
                  <c:v>53.999166666666689</c:v>
                </c:pt>
                <c:pt idx="123">
                  <c:v>74.114479166666641</c:v>
                </c:pt>
                <c:pt idx="124">
                  <c:v>50.180104166666645</c:v>
                </c:pt>
                <c:pt idx="125">
                  <c:v>48.585104166666667</c:v>
                </c:pt>
                <c:pt idx="126">
                  <c:v>81.741666666666632</c:v>
                </c:pt>
                <c:pt idx="127">
                  <c:v>44.028750000000002</c:v>
                </c:pt>
                <c:pt idx="128">
                  <c:v>92.001354166666673</c:v>
                </c:pt>
                <c:pt idx="129">
                  <c:v>68.998437500000023</c:v>
                </c:pt>
                <c:pt idx="130">
                  <c:v>90.571666666666616</c:v>
                </c:pt>
                <c:pt idx="131">
                  <c:v>146.4635416666666</c:v>
                </c:pt>
                <c:pt idx="132">
                  <c:v>106.99979166666668</c:v>
                </c:pt>
                <c:pt idx="133">
                  <c:v>58.622291666666662</c:v>
                </c:pt>
                <c:pt idx="134">
                  <c:v>31.593125000000015</c:v>
                </c:pt>
                <c:pt idx="135">
                  <c:v>37.551770833333357</c:v>
                </c:pt>
                <c:pt idx="136">
                  <c:v>45.017916666666672</c:v>
                </c:pt>
                <c:pt idx="137">
                  <c:v>66.499895833333312</c:v>
                </c:pt>
                <c:pt idx="138">
                  <c:v>53.955312499999984</c:v>
                </c:pt>
                <c:pt idx="139">
                  <c:v>46.15177083333333</c:v>
                </c:pt>
                <c:pt idx="140">
                  <c:v>48.598958333333321</c:v>
                </c:pt>
                <c:pt idx="141">
                  <c:v>76.517083333333346</c:v>
                </c:pt>
                <c:pt idx="142">
                  <c:v>84.800104166666628</c:v>
                </c:pt>
                <c:pt idx="143">
                  <c:v>99.405625000000029</c:v>
                </c:pt>
                <c:pt idx="144">
                  <c:v>103.76729166666668</c:v>
                </c:pt>
                <c:pt idx="145">
                  <c:v>75.004791666666662</c:v>
                </c:pt>
                <c:pt idx="146">
                  <c:v>61.921354166666646</c:v>
                </c:pt>
                <c:pt idx="147">
                  <c:v>98.783125000000027</c:v>
                </c:pt>
                <c:pt idx="148">
                  <c:v>95.896458333333385</c:v>
                </c:pt>
                <c:pt idx="149">
                  <c:v>81.67843750000003</c:v>
                </c:pt>
                <c:pt idx="150">
                  <c:v>88.198750000000004</c:v>
                </c:pt>
                <c:pt idx="151">
                  <c:v>94.599791666666647</c:v>
                </c:pt>
                <c:pt idx="152">
                  <c:v>85.719895833333339</c:v>
                </c:pt>
                <c:pt idx="153">
                  <c:v>42.978750000000012</c:v>
                </c:pt>
                <c:pt idx="154">
                  <c:v>82.896562499999973</c:v>
                </c:pt>
                <c:pt idx="155">
                  <c:v>26.584375000000009</c:v>
                </c:pt>
                <c:pt idx="156">
                  <c:v>92.077291666666653</c:v>
                </c:pt>
                <c:pt idx="157">
                  <c:v>93.537083333333342</c:v>
                </c:pt>
                <c:pt idx="158">
                  <c:v>11.078749999999999</c:v>
                </c:pt>
                <c:pt idx="159">
                  <c:v>90.997812499999995</c:v>
                </c:pt>
                <c:pt idx="160">
                  <c:v>77.452291666666653</c:v>
                </c:pt>
                <c:pt idx="161">
                  <c:v>59.766770833333361</c:v>
                </c:pt>
                <c:pt idx="162">
                  <c:v>219.9041666666665</c:v>
                </c:pt>
                <c:pt idx="163">
                  <c:v>86.747291666666641</c:v>
                </c:pt>
                <c:pt idx="164">
                  <c:v>96.739374999999981</c:v>
                </c:pt>
                <c:pt idx="165">
                  <c:v>85.520000000000024</c:v>
                </c:pt>
                <c:pt idx="166">
                  <c:v>13.605937499999984</c:v>
                </c:pt>
                <c:pt idx="167">
                  <c:v>26.055520833333333</c:v>
                </c:pt>
                <c:pt idx="168">
                  <c:v>92.353645833333317</c:v>
                </c:pt>
                <c:pt idx="169">
                  <c:v>102.14520833333336</c:v>
                </c:pt>
                <c:pt idx="170">
                  <c:v>82.526562499999997</c:v>
                </c:pt>
                <c:pt idx="171">
                  <c:v>93.794270833333314</c:v>
                </c:pt>
                <c:pt idx="172">
                  <c:v>95.543437500000024</c:v>
                </c:pt>
                <c:pt idx="173">
                  <c:v>50.975937499999986</c:v>
                </c:pt>
                <c:pt idx="174">
                  <c:v>51.954062500000013</c:v>
                </c:pt>
                <c:pt idx="175">
                  <c:v>91.612187500000047</c:v>
                </c:pt>
                <c:pt idx="176">
                  <c:v>89.001041666666652</c:v>
                </c:pt>
                <c:pt idx="177">
                  <c:v>86.329895833333339</c:v>
                </c:pt>
                <c:pt idx="178">
                  <c:v>99.850416666666675</c:v>
                </c:pt>
                <c:pt idx="179">
                  <c:v>64.558437500000025</c:v>
                </c:pt>
                <c:pt idx="180">
                  <c:v>65.144270833333309</c:v>
                </c:pt>
                <c:pt idx="181">
                  <c:v>51.548645833333325</c:v>
                </c:pt>
                <c:pt idx="182">
                  <c:v>83.00124999999997</c:v>
                </c:pt>
                <c:pt idx="183">
                  <c:v>76.00229166666665</c:v>
                </c:pt>
                <c:pt idx="184">
                  <c:v>75.039791666666659</c:v>
                </c:pt>
                <c:pt idx="185">
                  <c:v>17.898958333333336</c:v>
                </c:pt>
                <c:pt idx="186">
                  <c:v>94.602812499999914</c:v>
                </c:pt>
                <c:pt idx="187">
                  <c:v>84.483437500000022</c:v>
                </c:pt>
                <c:pt idx="188">
                  <c:v>29.513854166666647</c:v>
                </c:pt>
                <c:pt idx="189">
                  <c:v>90.944895833333362</c:v>
                </c:pt>
                <c:pt idx="190">
                  <c:v>80.591770833333342</c:v>
                </c:pt>
                <c:pt idx="191">
                  <c:v>85.020312499999974</c:v>
                </c:pt>
                <c:pt idx="192">
                  <c:v>177.56364583333334</c:v>
                </c:pt>
                <c:pt idx="193">
                  <c:v>75.722187499999976</c:v>
                </c:pt>
                <c:pt idx="194">
                  <c:v>31.280104166666664</c:v>
                </c:pt>
                <c:pt idx="195">
                  <c:v>19.624999999999993</c:v>
                </c:pt>
                <c:pt idx="196">
                  <c:v>80.1640625</c:v>
                </c:pt>
                <c:pt idx="197">
                  <c:v>49.038125000000029</c:v>
                </c:pt>
                <c:pt idx="198">
                  <c:v>72.504166666666649</c:v>
                </c:pt>
                <c:pt idx="199">
                  <c:v>94.498958333333363</c:v>
                </c:pt>
                <c:pt idx="200">
                  <c:v>84.760624999999976</c:v>
                </c:pt>
                <c:pt idx="201">
                  <c:v>60.771145833333293</c:v>
                </c:pt>
                <c:pt idx="202">
                  <c:v>49.222812500000003</c:v>
                </c:pt>
                <c:pt idx="203">
                  <c:v>76.392291666666623</c:v>
                </c:pt>
                <c:pt idx="204">
                  <c:v>83.031666666666652</c:v>
                </c:pt>
                <c:pt idx="205">
                  <c:v>64.998020833333356</c:v>
                </c:pt>
                <c:pt idx="206">
                  <c:v>84.459583333333342</c:v>
                </c:pt>
                <c:pt idx="207">
                  <c:v>88.9583333333333</c:v>
                </c:pt>
                <c:pt idx="208">
                  <c:v>80.708541666666648</c:v>
                </c:pt>
                <c:pt idx="209">
                  <c:v>41.209479166666661</c:v>
                </c:pt>
                <c:pt idx="210">
                  <c:v>82.000104166666617</c:v>
                </c:pt>
                <c:pt idx="211">
                  <c:v>83.031562499999993</c:v>
                </c:pt>
                <c:pt idx="212">
                  <c:v>82.051458333333343</c:v>
                </c:pt>
                <c:pt idx="213">
                  <c:v>101.59374999999993</c:v>
                </c:pt>
                <c:pt idx="214">
                  <c:v>91.001979166666672</c:v>
                </c:pt>
                <c:pt idx="215">
                  <c:v>61.914687500000007</c:v>
                </c:pt>
                <c:pt idx="216">
                  <c:v>76.500937500000006</c:v>
                </c:pt>
                <c:pt idx="217">
                  <c:v>93.252499999999941</c:v>
                </c:pt>
                <c:pt idx="218">
                  <c:v>46.667083333333331</c:v>
                </c:pt>
                <c:pt idx="219">
                  <c:v>97.025937499999955</c:v>
                </c:pt>
                <c:pt idx="220">
                  <c:v>92.49854166666664</c:v>
                </c:pt>
                <c:pt idx="221">
                  <c:v>73.722291666666692</c:v>
                </c:pt>
                <c:pt idx="222">
                  <c:v>93.849583333333371</c:v>
                </c:pt>
                <c:pt idx="223">
                  <c:v>114.19364583333326</c:v>
                </c:pt>
                <c:pt idx="224">
                  <c:v>85.306666666666686</c:v>
                </c:pt>
                <c:pt idx="225">
                  <c:v>95.671145833333313</c:v>
                </c:pt>
                <c:pt idx="226">
                  <c:v>113.30749999999996</c:v>
                </c:pt>
                <c:pt idx="227">
                  <c:v>87.977395833333333</c:v>
                </c:pt>
                <c:pt idx="228">
                  <c:v>98.330729166666686</c:v>
                </c:pt>
                <c:pt idx="229">
                  <c:v>95.341249999999988</c:v>
                </c:pt>
                <c:pt idx="230">
                  <c:v>79.889999999999958</c:v>
                </c:pt>
                <c:pt idx="231">
                  <c:v>109.99802083333331</c:v>
                </c:pt>
                <c:pt idx="232">
                  <c:v>87.998229166666633</c:v>
                </c:pt>
                <c:pt idx="233">
                  <c:v>55.068437500000009</c:v>
                </c:pt>
                <c:pt idx="234">
                  <c:v>64.572708333333324</c:v>
                </c:pt>
                <c:pt idx="235">
                  <c:v>42.112083333333302</c:v>
                </c:pt>
                <c:pt idx="236">
                  <c:v>43.801249999999989</c:v>
                </c:pt>
                <c:pt idx="237">
                  <c:v>30.998645833333367</c:v>
                </c:pt>
                <c:pt idx="238">
                  <c:v>98.327604166666632</c:v>
                </c:pt>
                <c:pt idx="239">
                  <c:v>101.10104166666667</c:v>
                </c:pt>
                <c:pt idx="240">
                  <c:v>94.35427083333343</c:v>
                </c:pt>
                <c:pt idx="241">
                  <c:v>109.8555208333333</c:v>
                </c:pt>
                <c:pt idx="242">
                  <c:v>113.67854166666666</c:v>
                </c:pt>
                <c:pt idx="243">
                  <c:v>75.331666666666663</c:v>
                </c:pt>
                <c:pt idx="244">
                  <c:v>112.78416666666665</c:v>
                </c:pt>
                <c:pt idx="245">
                  <c:v>70.989791666666662</c:v>
                </c:pt>
                <c:pt idx="246">
                  <c:v>45.500937499999992</c:v>
                </c:pt>
                <c:pt idx="247">
                  <c:v>57.331979166666656</c:v>
                </c:pt>
                <c:pt idx="248">
                  <c:v>62.73979166666669</c:v>
                </c:pt>
                <c:pt idx="249">
                  <c:v>25.809374999999985</c:v>
                </c:pt>
                <c:pt idx="250">
                  <c:v>78.700208333333322</c:v>
                </c:pt>
                <c:pt idx="251">
                  <c:v>51.705208333333339</c:v>
                </c:pt>
                <c:pt idx="252">
                  <c:v>111.60322916666667</c:v>
                </c:pt>
                <c:pt idx="253">
                  <c:v>82.085208333333313</c:v>
                </c:pt>
                <c:pt idx="254">
                  <c:v>113.43166666666673</c:v>
                </c:pt>
                <c:pt idx="255">
                  <c:v>91.465312500000053</c:v>
                </c:pt>
                <c:pt idx="256">
                  <c:v>89.735520833333382</c:v>
                </c:pt>
                <c:pt idx="257">
                  <c:v>57.660312500000003</c:v>
                </c:pt>
                <c:pt idx="258">
                  <c:v>61.432812499999955</c:v>
                </c:pt>
                <c:pt idx="259">
                  <c:v>105.29760416666666</c:v>
                </c:pt>
                <c:pt idx="260">
                  <c:v>87.216770833333399</c:v>
                </c:pt>
                <c:pt idx="261">
                  <c:v>78.430729166666666</c:v>
                </c:pt>
                <c:pt idx="262">
                  <c:v>76.695937500000014</c:v>
                </c:pt>
                <c:pt idx="263">
                  <c:v>74.86333333333333</c:v>
                </c:pt>
                <c:pt idx="264">
                  <c:v>66.915937499999998</c:v>
                </c:pt>
                <c:pt idx="265">
                  <c:v>70.090312499999968</c:v>
                </c:pt>
                <c:pt idx="266">
                  <c:v>108.25229166666666</c:v>
                </c:pt>
                <c:pt idx="267">
                  <c:v>97.577291666666611</c:v>
                </c:pt>
                <c:pt idx="268">
                  <c:v>82.003124999999997</c:v>
                </c:pt>
                <c:pt idx="269">
                  <c:v>61.035104166666706</c:v>
                </c:pt>
                <c:pt idx="270">
                  <c:v>17.125833333333329</c:v>
                </c:pt>
                <c:pt idx="271">
                  <c:v>36.89479166666667</c:v>
                </c:pt>
                <c:pt idx="272">
                  <c:v>63.645937500000009</c:v>
                </c:pt>
                <c:pt idx="273">
                  <c:v>52.965104166666713</c:v>
                </c:pt>
                <c:pt idx="274">
                  <c:v>115.00156250000002</c:v>
                </c:pt>
                <c:pt idx="275">
                  <c:v>70.498333333333321</c:v>
                </c:pt>
                <c:pt idx="276">
                  <c:v>45.023020833333341</c:v>
                </c:pt>
                <c:pt idx="277">
                  <c:v>64.793124999999989</c:v>
                </c:pt>
                <c:pt idx="278">
                  <c:v>73.305416666666687</c:v>
                </c:pt>
                <c:pt idx="279">
                  <c:v>88.054687499999957</c:v>
                </c:pt>
                <c:pt idx="280">
                  <c:v>79.429479166666638</c:v>
                </c:pt>
                <c:pt idx="281">
                  <c:v>46.541041666666665</c:v>
                </c:pt>
                <c:pt idx="282">
                  <c:v>58.9169791666667</c:v>
                </c:pt>
                <c:pt idx="283">
                  <c:v>58.761562500000018</c:v>
                </c:pt>
                <c:pt idx="284">
                  <c:v>108.6548958333333</c:v>
                </c:pt>
                <c:pt idx="285">
                  <c:v>142.47197916666659</c:v>
                </c:pt>
                <c:pt idx="286">
                  <c:v>13.726249999999979</c:v>
                </c:pt>
                <c:pt idx="287">
                  <c:v>111.77562499999999</c:v>
                </c:pt>
                <c:pt idx="288">
                  <c:v>99.227395833333318</c:v>
                </c:pt>
                <c:pt idx="289">
                  <c:v>38.401562500000011</c:v>
                </c:pt>
                <c:pt idx="290">
                  <c:v>71.346770833333309</c:v>
                </c:pt>
                <c:pt idx="291">
                  <c:v>105.20666666666666</c:v>
                </c:pt>
                <c:pt idx="292">
                  <c:v>80.404999999999987</c:v>
                </c:pt>
                <c:pt idx="293">
                  <c:v>38.30833333333333</c:v>
                </c:pt>
                <c:pt idx="294">
                  <c:v>81.436666666666653</c:v>
                </c:pt>
                <c:pt idx="295">
                  <c:v>98.812708333333362</c:v>
                </c:pt>
                <c:pt idx="296">
                  <c:v>113.57812499999999</c:v>
                </c:pt>
                <c:pt idx="297">
                  <c:v>101.70781249999999</c:v>
                </c:pt>
                <c:pt idx="298">
                  <c:v>110.42072916666662</c:v>
                </c:pt>
                <c:pt idx="299">
                  <c:v>96.466770833333342</c:v>
                </c:pt>
                <c:pt idx="300">
                  <c:v>74.941800000000015</c:v>
                </c:pt>
                <c:pt idx="301">
                  <c:v>110.08010416666673</c:v>
                </c:pt>
                <c:pt idx="302">
                  <c:v>130.93687500000001</c:v>
                </c:pt>
                <c:pt idx="303">
                  <c:v>134.49854166666668</c:v>
                </c:pt>
                <c:pt idx="304">
                  <c:v>102.28229166666665</c:v>
                </c:pt>
                <c:pt idx="305">
                  <c:v>109.41739583333329</c:v>
                </c:pt>
                <c:pt idx="306">
                  <c:v>59.000416666666659</c:v>
                </c:pt>
                <c:pt idx="307">
                  <c:v>74.002395833333324</c:v>
                </c:pt>
                <c:pt idx="308">
                  <c:v>65.497916666666654</c:v>
                </c:pt>
                <c:pt idx="309">
                  <c:v>61.498750000000001</c:v>
                </c:pt>
                <c:pt idx="310">
                  <c:v>61.633750000000028</c:v>
                </c:pt>
                <c:pt idx="311">
                  <c:v>89.569270833333306</c:v>
                </c:pt>
                <c:pt idx="312">
                  <c:v>53.863958333333336</c:v>
                </c:pt>
                <c:pt idx="313">
                  <c:v>86.949479166666706</c:v>
                </c:pt>
                <c:pt idx="314">
                  <c:v>87.801874999999953</c:v>
                </c:pt>
                <c:pt idx="315">
                  <c:v>114.87791666666668</c:v>
                </c:pt>
                <c:pt idx="316">
                  <c:v>236.49979166666671</c:v>
                </c:pt>
                <c:pt idx="317">
                  <c:v>156.99927083333333</c:v>
                </c:pt>
                <c:pt idx="318">
                  <c:v>125.20104166666663</c:v>
                </c:pt>
                <c:pt idx="319">
                  <c:v>126.56593750000002</c:v>
                </c:pt>
                <c:pt idx="320">
                  <c:v>88.609270833333355</c:v>
                </c:pt>
                <c:pt idx="321">
                  <c:v>39.945833333333361</c:v>
                </c:pt>
                <c:pt idx="322">
                  <c:v>89.206562500000061</c:v>
                </c:pt>
                <c:pt idx="323">
                  <c:v>123.00249999999996</c:v>
                </c:pt>
                <c:pt idx="324">
                  <c:v>114.75395833333329</c:v>
                </c:pt>
                <c:pt idx="325">
                  <c:v>121.29906250000001</c:v>
                </c:pt>
                <c:pt idx="326">
                  <c:v>112.20166666666665</c:v>
                </c:pt>
                <c:pt idx="327">
                  <c:v>77.690520833333366</c:v>
                </c:pt>
                <c:pt idx="328">
                  <c:v>12.105208333333321</c:v>
                </c:pt>
                <c:pt idx="329">
                  <c:v>58.002708333333352</c:v>
                </c:pt>
                <c:pt idx="330">
                  <c:v>112.81364583333334</c:v>
                </c:pt>
                <c:pt idx="331">
                  <c:v>122.00031249999999</c:v>
                </c:pt>
                <c:pt idx="332">
                  <c:v>98.626145833333354</c:v>
                </c:pt>
                <c:pt idx="333">
                  <c:v>145.77614583333335</c:v>
                </c:pt>
                <c:pt idx="334">
                  <c:v>106.99270833333334</c:v>
                </c:pt>
                <c:pt idx="335">
                  <c:v>104.08260416666667</c:v>
                </c:pt>
                <c:pt idx="336">
                  <c:v>71.002083333333331</c:v>
                </c:pt>
                <c:pt idx="337">
                  <c:v>81.642291666666608</c:v>
                </c:pt>
                <c:pt idx="338">
                  <c:v>59.999895833333291</c:v>
                </c:pt>
                <c:pt idx="339">
                  <c:v>31.998750000000001</c:v>
                </c:pt>
                <c:pt idx="340">
                  <c:v>85.457187500000032</c:v>
                </c:pt>
                <c:pt idx="341">
                  <c:v>91.666770833333317</c:v>
                </c:pt>
                <c:pt idx="342">
                  <c:v>86.000624999999971</c:v>
                </c:pt>
                <c:pt idx="343">
                  <c:v>114.58760416666661</c:v>
                </c:pt>
                <c:pt idx="344">
                  <c:v>64.664687499999999</c:v>
                </c:pt>
                <c:pt idx="345">
                  <c:v>166.74979166666668</c:v>
                </c:pt>
                <c:pt idx="346">
                  <c:v>320.12500000000017</c:v>
                </c:pt>
                <c:pt idx="347">
                  <c:v>195.89875000000006</c:v>
                </c:pt>
                <c:pt idx="348">
                  <c:v>99.86770833333334</c:v>
                </c:pt>
                <c:pt idx="349">
                  <c:v>58.093854166666652</c:v>
                </c:pt>
                <c:pt idx="350">
                  <c:v>61.720833333333331</c:v>
                </c:pt>
                <c:pt idx="351">
                  <c:v>93.07968750000002</c:v>
                </c:pt>
                <c:pt idx="352">
                  <c:v>57.710416666666667</c:v>
                </c:pt>
                <c:pt idx="353">
                  <c:v>48.100416666666682</c:v>
                </c:pt>
                <c:pt idx="354">
                  <c:v>71.337395833333346</c:v>
                </c:pt>
                <c:pt idx="355">
                  <c:v>27.466666666666665</c:v>
                </c:pt>
                <c:pt idx="356">
                  <c:v>18.000520833333322</c:v>
                </c:pt>
                <c:pt idx="357">
                  <c:v>56.922187500000035</c:v>
                </c:pt>
                <c:pt idx="358">
                  <c:v>99.501979166666601</c:v>
                </c:pt>
                <c:pt idx="359">
                  <c:v>87.542395833333373</c:v>
                </c:pt>
                <c:pt idx="360">
                  <c:v>102.51145833333334</c:v>
                </c:pt>
                <c:pt idx="361">
                  <c:v>122.48375000000003</c:v>
                </c:pt>
                <c:pt idx="362">
                  <c:v>119.76354166666663</c:v>
                </c:pt>
                <c:pt idx="363">
                  <c:v>88.852499999999978</c:v>
                </c:pt>
                <c:pt idx="364">
                  <c:v>77.638645833333371</c:v>
                </c:pt>
                <c:pt idx="365">
                  <c:v>57.629166666666634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848-4700-ADEF-78AA76188F9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54080160"/>
        <c:axId val="2054080640"/>
      </c:lineChart>
      <c:catAx>
        <c:axId val="20540801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54080640"/>
        <c:crosses val="autoZero"/>
        <c:auto val="1"/>
        <c:lblAlgn val="ctr"/>
        <c:lblOffset val="100"/>
        <c:noMultiLvlLbl val="0"/>
      </c:catAx>
      <c:valAx>
        <c:axId val="205408064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5408016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[appended_day-ahead-prices_complete.xlsx]pivot tables!PivotTable20</c:name>
    <c:fmtId val="46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1" i="0" u="none" strike="noStrike" kern="1200" spc="0" baseline="0" dirty="0">
                <a:solidFill>
                  <a:schemeClr val="tx1"/>
                </a:solidFill>
              </a:rPr>
              <a:t>Day-Ahead price for 2023 (Euro/MWh)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9525" cap="rnd">
            <a:solidFill>
              <a:srgbClr val="7030A0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9525" cap="rnd">
            <a:solidFill>
              <a:srgbClr val="7030A0"/>
            </a:solidFill>
            <a:round/>
          </a:ln>
          <a:effectLst/>
        </c:spPr>
        <c:marker>
          <c:symbol val="none"/>
        </c:marker>
      </c:pivotFmt>
      <c:pivotFmt>
        <c:idx val="2"/>
        <c:spPr>
          <a:solidFill>
            <a:schemeClr val="accent1"/>
          </a:solidFill>
          <a:ln w="9525" cap="rnd">
            <a:solidFill>
              <a:srgbClr val="7030A0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9525" cap="rnd">
            <a:solidFill>
              <a:srgbClr val="7030A0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'pivot tables'!$Z$41</c:f>
              <c:strCache>
                <c:ptCount val="1"/>
                <c:pt idx="0">
                  <c:v>Total</c:v>
                </c:pt>
              </c:strCache>
            </c:strRef>
          </c:tx>
          <c:spPr>
            <a:ln w="952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cat>
            <c:strRef>
              <c:f>'pivot tables'!$Y$42:$Y$407</c:f>
              <c:strCache>
                <c:ptCount val="365"/>
                <c:pt idx="0">
                  <c:v>01.01</c:v>
                </c:pt>
                <c:pt idx="1">
                  <c:v>02.01</c:v>
                </c:pt>
                <c:pt idx="2">
                  <c:v>03.01</c:v>
                </c:pt>
                <c:pt idx="3">
                  <c:v>04.01</c:v>
                </c:pt>
                <c:pt idx="4">
                  <c:v>05.01</c:v>
                </c:pt>
                <c:pt idx="5">
                  <c:v>06.01</c:v>
                </c:pt>
                <c:pt idx="6">
                  <c:v>07.01</c:v>
                </c:pt>
                <c:pt idx="7">
                  <c:v>08.01</c:v>
                </c:pt>
                <c:pt idx="8">
                  <c:v>09.01</c:v>
                </c:pt>
                <c:pt idx="9">
                  <c:v>10.01</c:v>
                </c:pt>
                <c:pt idx="10">
                  <c:v>11.01</c:v>
                </c:pt>
                <c:pt idx="11">
                  <c:v>12.01</c:v>
                </c:pt>
                <c:pt idx="12">
                  <c:v>13.01</c:v>
                </c:pt>
                <c:pt idx="13">
                  <c:v>14.01</c:v>
                </c:pt>
                <c:pt idx="14">
                  <c:v>15.01</c:v>
                </c:pt>
                <c:pt idx="15">
                  <c:v>16.01</c:v>
                </c:pt>
                <c:pt idx="16">
                  <c:v>17.01</c:v>
                </c:pt>
                <c:pt idx="17">
                  <c:v>18.01</c:v>
                </c:pt>
                <c:pt idx="18">
                  <c:v>19.01</c:v>
                </c:pt>
                <c:pt idx="19">
                  <c:v>20.01</c:v>
                </c:pt>
                <c:pt idx="20">
                  <c:v>21.01</c:v>
                </c:pt>
                <c:pt idx="21">
                  <c:v>22.01</c:v>
                </c:pt>
                <c:pt idx="22">
                  <c:v>23.01</c:v>
                </c:pt>
                <c:pt idx="23">
                  <c:v>24.01</c:v>
                </c:pt>
                <c:pt idx="24">
                  <c:v>25.01</c:v>
                </c:pt>
                <c:pt idx="25">
                  <c:v>26.01</c:v>
                </c:pt>
                <c:pt idx="26">
                  <c:v>27.01</c:v>
                </c:pt>
                <c:pt idx="27">
                  <c:v>28.01</c:v>
                </c:pt>
                <c:pt idx="28">
                  <c:v>29.01</c:v>
                </c:pt>
                <c:pt idx="29">
                  <c:v>30.01</c:v>
                </c:pt>
                <c:pt idx="30">
                  <c:v>31.01</c:v>
                </c:pt>
                <c:pt idx="31">
                  <c:v>01.02</c:v>
                </c:pt>
                <c:pt idx="32">
                  <c:v>02.02</c:v>
                </c:pt>
                <c:pt idx="33">
                  <c:v>03.02</c:v>
                </c:pt>
                <c:pt idx="34">
                  <c:v>04.02</c:v>
                </c:pt>
                <c:pt idx="35">
                  <c:v>05.02</c:v>
                </c:pt>
                <c:pt idx="36">
                  <c:v>06.02</c:v>
                </c:pt>
                <c:pt idx="37">
                  <c:v>07.02</c:v>
                </c:pt>
                <c:pt idx="38">
                  <c:v>08.02</c:v>
                </c:pt>
                <c:pt idx="39">
                  <c:v>09.02</c:v>
                </c:pt>
                <c:pt idx="40">
                  <c:v>10.02</c:v>
                </c:pt>
                <c:pt idx="41">
                  <c:v>11.02</c:v>
                </c:pt>
                <c:pt idx="42">
                  <c:v>12.02</c:v>
                </c:pt>
                <c:pt idx="43">
                  <c:v>13.02</c:v>
                </c:pt>
                <c:pt idx="44">
                  <c:v>14.02</c:v>
                </c:pt>
                <c:pt idx="45">
                  <c:v>15.02</c:v>
                </c:pt>
                <c:pt idx="46">
                  <c:v>16.02</c:v>
                </c:pt>
                <c:pt idx="47">
                  <c:v>17.02</c:v>
                </c:pt>
                <c:pt idx="48">
                  <c:v>18.02</c:v>
                </c:pt>
                <c:pt idx="49">
                  <c:v>19.02</c:v>
                </c:pt>
                <c:pt idx="50">
                  <c:v>20.02</c:v>
                </c:pt>
                <c:pt idx="51">
                  <c:v>21.02</c:v>
                </c:pt>
                <c:pt idx="52">
                  <c:v>22.02</c:v>
                </c:pt>
                <c:pt idx="53">
                  <c:v>23.02</c:v>
                </c:pt>
                <c:pt idx="54">
                  <c:v>24.02</c:v>
                </c:pt>
                <c:pt idx="55">
                  <c:v>25.02</c:v>
                </c:pt>
                <c:pt idx="56">
                  <c:v>26.02</c:v>
                </c:pt>
                <c:pt idx="57">
                  <c:v>27.02</c:v>
                </c:pt>
                <c:pt idx="58">
                  <c:v>28.02</c:v>
                </c:pt>
                <c:pt idx="59">
                  <c:v>01.03</c:v>
                </c:pt>
                <c:pt idx="60">
                  <c:v>02.03</c:v>
                </c:pt>
                <c:pt idx="61">
                  <c:v>03.03</c:v>
                </c:pt>
                <c:pt idx="62">
                  <c:v>04.03</c:v>
                </c:pt>
                <c:pt idx="63">
                  <c:v>05.03</c:v>
                </c:pt>
                <c:pt idx="64">
                  <c:v>06.03</c:v>
                </c:pt>
                <c:pt idx="65">
                  <c:v>07.03</c:v>
                </c:pt>
                <c:pt idx="66">
                  <c:v>08.03</c:v>
                </c:pt>
                <c:pt idx="67">
                  <c:v>09.03</c:v>
                </c:pt>
                <c:pt idx="68">
                  <c:v>10.03</c:v>
                </c:pt>
                <c:pt idx="69">
                  <c:v>11.03</c:v>
                </c:pt>
                <c:pt idx="70">
                  <c:v>12.03</c:v>
                </c:pt>
                <c:pt idx="71">
                  <c:v>13.03</c:v>
                </c:pt>
                <c:pt idx="72">
                  <c:v>14.03</c:v>
                </c:pt>
                <c:pt idx="73">
                  <c:v>15.03</c:v>
                </c:pt>
                <c:pt idx="74">
                  <c:v>16.03</c:v>
                </c:pt>
                <c:pt idx="75">
                  <c:v>17.03</c:v>
                </c:pt>
                <c:pt idx="76">
                  <c:v>18.03</c:v>
                </c:pt>
                <c:pt idx="77">
                  <c:v>19.03</c:v>
                </c:pt>
                <c:pt idx="78">
                  <c:v>20.03</c:v>
                </c:pt>
                <c:pt idx="79">
                  <c:v>21.03</c:v>
                </c:pt>
                <c:pt idx="80">
                  <c:v>22.03</c:v>
                </c:pt>
                <c:pt idx="81">
                  <c:v>23.03</c:v>
                </c:pt>
                <c:pt idx="82">
                  <c:v>24.03</c:v>
                </c:pt>
                <c:pt idx="83">
                  <c:v>25.03</c:v>
                </c:pt>
                <c:pt idx="84">
                  <c:v>26.03</c:v>
                </c:pt>
                <c:pt idx="85">
                  <c:v>27.03</c:v>
                </c:pt>
                <c:pt idx="86">
                  <c:v>28.03</c:v>
                </c:pt>
                <c:pt idx="87">
                  <c:v>29.03</c:v>
                </c:pt>
                <c:pt idx="88">
                  <c:v>30.03</c:v>
                </c:pt>
                <c:pt idx="89">
                  <c:v>31.03</c:v>
                </c:pt>
                <c:pt idx="90">
                  <c:v>01.04</c:v>
                </c:pt>
                <c:pt idx="91">
                  <c:v>02.04</c:v>
                </c:pt>
                <c:pt idx="92">
                  <c:v>03.04</c:v>
                </c:pt>
                <c:pt idx="93">
                  <c:v>04.04</c:v>
                </c:pt>
                <c:pt idx="94">
                  <c:v>05.04</c:v>
                </c:pt>
                <c:pt idx="95">
                  <c:v>06.04</c:v>
                </c:pt>
                <c:pt idx="96">
                  <c:v>07.04</c:v>
                </c:pt>
                <c:pt idx="97">
                  <c:v>08.04</c:v>
                </c:pt>
                <c:pt idx="98">
                  <c:v>09.04</c:v>
                </c:pt>
                <c:pt idx="99">
                  <c:v>10.04</c:v>
                </c:pt>
                <c:pt idx="100">
                  <c:v>11.04</c:v>
                </c:pt>
                <c:pt idx="101">
                  <c:v>12.04</c:v>
                </c:pt>
                <c:pt idx="102">
                  <c:v>13.04</c:v>
                </c:pt>
                <c:pt idx="103">
                  <c:v>14.04</c:v>
                </c:pt>
                <c:pt idx="104">
                  <c:v>15.04</c:v>
                </c:pt>
                <c:pt idx="105">
                  <c:v>16.04</c:v>
                </c:pt>
                <c:pt idx="106">
                  <c:v>17.04</c:v>
                </c:pt>
                <c:pt idx="107">
                  <c:v>18.04</c:v>
                </c:pt>
                <c:pt idx="108">
                  <c:v>19.04</c:v>
                </c:pt>
                <c:pt idx="109">
                  <c:v>20.04</c:v>
                </c:pt>
                <c:pt idx="110">
                  <c:v>21.04</c:v>
                </c:pt>
                <c:pt idx="111">
                  <c:v>22.04</c:v>
                </c:pt>
                <c:pt idx="112">
                  <c:v>23.04</c:v>
                </c:pt>
                <c:pt idx="113">
                  <c:v>24.04</c:v>
                </c:pt>
                <c:pt idx="114">
                  <c:v>25.04</c:v>
                </c:pt>
                <c:pt idx="115">
                  <c:v>26.04</c:v>
                </c:pt>
                <c:pt idx="116">
                  <c:v>27.04</c:v>
                </c:pt>
                <c:pt idx="117">
                  <c:v>28.04</c:v>
                </c:pt>
                <c:pt idx="118">
                  <c:v>29.04</c:v>
                </c:pt>
                <c:pt idx="119">
                  <c:v>30.04</c:v>
                </c:pt>
                <c:pt idx="120">
                  <c:v>01.05</c:v>
                </c:pt>
                <c:pt idx="121">
                  <c:v>02.05</c:v>
                </c:pt>
                <c:pt idx="122">
                  <c:v>03.05</c:v>
                </c:pt>
                <c:pt idx="123">
                  <c:v>04.05</c:v>
                </c:pt>
                <c:pt idx="124">
                  <c:v>05.05</c:v>
                </c:pt>
                <c:pt idx="125">
                  <c:v>06.05</c:v>
                </c:pt>
                <c:pt idx="126">
                  <c:v>07.05</c:v>
                </c:pt>
                <c:pt idx="127">
                  <c:v>08.05</c:v>
                </c:pt>
                <c:pt idx="128">
                  <c:v>09.05</c:v>
                </c:pt>
                <c:pt idx="129">
                  <c:v>10.05</c:v>
                </c:pt>
                <c:pt idx="130">
                  <c:v>11.05</c:v>
                </c:pt>
                <c:pt idx="131">
                  <c:v>12.05</c:v>
                </c:pt>
                <c:pt idx="132">
                  <c:v>13.05</c:v>
                </c:pt>
                <c:pt idx="133">
                  <c:v>14.05</c:v>
                </c:pt>
                <c:pt idx="134">
                  <c:v>15.05</c:v>
                </c:pt>
                <c:pt idx="135">
                  <c:v>16.05</c:v>
                </c:pt>
                <c:pt idx="136">
                  <c:v>17.05</c:v>
                </c:pt>
                <c:pt idx="137">
                  <c:v>18.05</c:v>
                </c:pt>
                <c:pt idx="138">
                  <c:v>19.05</c:v>
                </c:pt>
                <c:pt idx="139">
                  <c:v>20.05</c:v>
                </c:pt>
                <c:pt idx="140">
                  <c:v>21.05</c:v>
                </c:pt>
                <c:pt idx="141">
                  <c:v>22.05</c:v>
                </c:pt>
                <c:pt idx="142">
                  <c:v>23.05</c:v>
                </c:pt>
                <c:pt idx="143">
                  <c:v>24.05</c:v>
                </c:pt>
                <c:pt idx="144">
                  <c:v>25.05</c:v>
                </c:pt>
                <c:pt idx="145">
                  <c:v>26.05</c:v>
                </c:pt>
                <c:pt idx="146">
                  <c:v>27.05</c:v>
                </c:pt>
                <c:pt idx="147">
                  <c:v>28.05</c:v>
                </c:pt>
                <c:pt idx="148">
                  <c:v>29.05</c:v>
                </c:pt>
                <c:pt idx="149">
                  <c:v>30.05</c:v>
                </c:pt>
                <c:pt idx="150">
                  <c:v>31.05</c:v>
                </c:pt>
                <c:pt idx="151">
                  <c:v>01.06</c:v>
                </c:pt>
                <c:pt idx="152">
                  <c:v>02.06</c:v>
                </c:pt>
                <c:pt idx="153">
                  <c:v>03.06</c:v>
                </c:pt>
                <c:pt idx="154">
                  <c:v>04.06</c:v>
                </c:pt>
                <c:pt idx="155">
                  <c:v>05.06</c:v>
                </c:pt>
                <c:pt idx="156">
                  <c:v>06.06</c:v>
                </c:pt>
                <c:pt idx="157">
                  <c:v>07.06</c:v>
                </c:pt>
                <c:pt idx="158">
                  <c:v>08.06</c:v>
                </c:pt>
                <c:pt idx="159">
                  <c:v>09.06</c:v>
                </c:pt>
                <c:pt idx="160">
                  <c:v>10.06</c:v>
                </c:pt>
                <c:pt idx="161">
                  <c:v>11.06</c:v>
                </c:pt>
                <c:pt idx="162">
                  <c:v>12.06</c:v>
                </c:pt>
                <c:pt idx="163">
                  <c:v>13.06</c:v>
                </c:pt>
                <c:pt idx="164">
                  <c:v>14.06</c:v>
                </c:pt>
                <c:pt idx="165">
                  <c:v>15.06</c:v>
                </c:pt>
                <c:pt idx="166">
                  <c:v>16.06</c:v>
                </c:pt>
                <c:pt idx="167">
                  <c:v>17.06</c:v>
                </c:pt>
                <c:pt idx="168">
                  <c:v>18.06</c:v>
                </c:pt>
                <c:pt idx="169">
                  <c:v>19.06</c:v>
                </c:pt>
                <c:pt idx="170">
                  <c:v>20.06</c:v>
                </c:pt>
                <c:pt idx="171">
                  <c:v>21.06</c:v>
                </c:pt>
                <c:pt idx="172">
                  <c:v>22.06</c:v>
                </c:pt>
                <c:pt idx="173">
                  <c:v>23.06</c:v>
                </c:pt>
                <c:pt idx="174">
                  <c:v>24.06</c:v>
                </c:pt>
                <c:pt idx="175">
                  <c:v>25.06</c:v>
                </c:pt>
                <c:pt idx="176">
                  <c:v>26.06</c:v>
                </c:pt>
                <c:pt idx="177">
                  <c:v>27.06</c:v>
                </c:pt>
                <c:pt idx="178">
                  <c:v>28.06</c:v>
                </c:pt>
                <c:pt idx="179">
                  <c:v>29.06</c:v>
                </c:pt>
                <c:pt idx="180">
                  <c:v>30.06</c:v>
                </c:pt>
                <c:pt idx="181">
                  <c:v>01.07</c:v>
                </c:pt>
                <c:pt idx="182">
                  <c:v>02.07</c:v>
                </c:pt>
                <c:pt idx="183">
                  <c:v>03.07</c:v>
                </c:pt>
                <c:pt idx="184">
                  <c:v>04.07</c:v>
                </c:pt>
                <c:pt idx="185">
                  <c:v>05.07</c:v>
                </c:pt>
                <c:pt idx="186">
                  <c:v>06.07</c:v>
                </c:pt>
                <c:pt idx="187">
                  <c:v>07.07</c:v>
                </c:pt>
                <c:pt idx="188">
                  <c:v>08.07</c:v>
                </c:pt>
                <c:pt idx="189">
                  <c:v>09.07</c:v>
                </c:pt>
                <c:pt idx="190">
                  <c:v>10.07</c:v>
                </c:pt>
                <c:pt idx="191">
                  <c:v>11.07</c:v>
                </c:pt>
                <c:pt idx="192">
                  <c:v>12.07</c:v>
                </c:pt>
                <c:pt idx="193">
                  <c:v>13.07</c:v>
                </c:pt>
                <c:pt idx="194">
                  <c:v>14.07</c:v>
                </c:pt>
                <c:pt idx="195">
                  <c:v>15.07</c:v>
                </c:pt>
                <c:pt idx="196">
                  <c:v>16.07</c:v>
                </c:pt>
                <c:pt idx="197">
                  <c:v>17.07</c:v>
                </c:pt>
                <c:pt idx="198">
                  <c:v>18.07</c:v>
                </c:pt>
                <c:pt idx="199">
                  <c:v>19.07</c:v>
                </c:pt>
                <c:pt idx="200">
                  <c:v>20.07</c:v>
                </c:pt>
                <c:pt idx="201">
                  <c:v>21.07</c:v>
                </c:pt>
                <c:pt idx="202">
                  <c:v>22.07</c:v>
                </c:pt>
                <c:pt idx="203">
                  <c:v>23.07</c:v>
                </c:pt>
                <c:pt idx="204">
                  <c:v>24.07</c:v>
                </c:pt>
                <c:pt idx="205">
                  <c:v>25.07</c:v>
                </c:pt>
                <c:pt idx="206">
                  <c:v>26.07</c:v>
                </c:pt>
                <c:pt idx="207">
                  <c:v>27.07</c:v>
                </c:pt>
                <c:pt idx="208">
                  <c:v>28.07</c:v>
                </c:pt>
                <c:pt idx="209">
                  <c:v>29.07</c:v>
                </c:pt>
                <c:pt idx="210">
                  <c:v>30.07</c:v>
                </c:pt>
                <c:pt idx="211">
                  <c:v>31.07</c:v>
                </c:pt>
                <c:pt idx="212">
                  <c:v>01.08</c:v>
                </c:pt>
                <c:pt idx="213">
                  <c:v>02.08</c:v>
                </c:pt>
                <c:pt idx="214">
                  <c:v>03.08</c:v>
                </c:pt>
                <c:pt idx="215">
                  <c:v>04.08</c:v>
                </c:pt>
                <c:pt idx="216">
                  <c:v>05.08</c:v>
                </c:pt>
                <c:pt idx="217">
                  <c:v>06.08</c:v>
                </c:pt>
                <c:pt idx="218">
                  <c:v>07.08</c:v>
                </c:pt>
                <c:pt idx="219">
                  <c:v>08.08</c:v>
                </c:pt>
                <c:pt idx="220">
                  <c:v>09.08</c:v>
                </c:pt>
                <c:pt idx="221">
                  <c:v>10.08</c:v>
                </c:pt>
                <c:pt idx="222">
                  <c:v>11.08</c:v>
                </c:pt>
                <c:pt idx="223">
                  <c:v>12.08</c:v>
                </c:pt>
                <c:pt idx="224">
                  <c:v>13.08</c:v>
                </c:pt>
                <c:pt idx="225">
                  <c:v>14.08</c:v>
                </c:pt>
                <c:pt idx="226">
                  <c:v>15.08</c:v>
                </c:pt>
                <c:pt idx="227">
                  <c:v>16.08</c:v>
                </c:pt>
                <c:pt idx="228">
                  <c:v>17.08</c:v>
                </c:pt>
                <c:pt idx="229">
                  <c:v>18.08</c:v>
                </c:pt>
                <c:pt idx="230">
                  <c:v>19.08</c:v>
                </c:pt>
                <c:pt idx="231">
                  <c:v>20.08</c:v>
                </c:pt>
                <c:pt idx="232">
                  <c:v>21.08</c:v>
                </c:pt>
                <c:pt idx="233">
                  <c:v>22.08</c:v>
                </c:pt>
                <c:pt idx="234">
                  <c:v>23.08</c:v>
                </c:pt>
                <c:pt idx="235">
                  <c:v>24.08</c:v>
                </c:pt>
                <c:pt idx="236">
                  <c:v>25.08</c:v>
                </c:pt>
                <c:pt idx="237">
                  <c:v>26.08</c:v>
                </c:pt>
                <c:pt idx="238">
                  <c:v>27.08</c:v>
                </c:pt>
                <c:pt idx="239">
                  <c:v>28.08</c:v>
                </c:pt>
                <c:pt idx="240">
                  <c:v>29.08</c:v>
                </c:pt>
                <c:pt idx="241">
                  <c:v>30.08</c:v>
                </c:pt>
                <c:pt idx="242">
                  <c:v>31.08</c:v>
                </c:pt>
                <c:pt idx="243">
                  <c:v>01.09</c:v>
                </c:pt>
                <c:pt idx="244">
                  <c:v>02.09</c:v>
                </c:pt>
                <c:pt idx="245">
                  <c:v>03.09</c:v>
                </c:pt>
                <c:pt idx="246">
                  <c:v>04.09</c:v>
                </c:pt>
                <c:pt idx="247">
                  <c:v>05.09</c:v>
                </c:pt>
                <c:pt idx="248">
                  <c:v>06.09</c:v>
                </c:pt>
                <c:pt idx="249">
                  <c:v>07.09</c:v>
                </c:pt>
                <c:pt idx="250">
                  <c:v>08.09</c:v>
                </c:pt>
                <c:pt idx="251">
                  <c:v>09.09</c:v>
                </c:pt>
                <c:pt idx="252">
                  <c:v>10.09</c:v>
                </c:pt>
                <c:pt idx="253">
                  <c:v>11.09</c:v>
                </c:pt>
                <c:pt idx="254">
                  <c:v>12.09</c:v>
                </c:pt>
                <c:pt idx="255">
                  <c:v>13.09</c:v>
                </c:pt>
                <c:pt idx="256">
                  <c:v>14.09</c:v>
                </c:pt>
                <c:pt idx="257">
                  <c:v>15.09</c:v>
                </c:pt>
                <c:pt idx="258">
                  <c:v>16.09</c:v>
                </c:pt>
                <c:pt idx="259">
                  <c:v>17.09</c:v>
                </c:pt>
                <c:pt idx="260">
                  <c:v>18.09</c:v>
                </c:pt>
                <c:pt idx="261">
                  <c:v>19.09</c:v>
                </c:pt>
                <c:pt idx="262">
                  <c:v>20.09</c:v>
                </c:pt>
                <c:pt idx="263">
                  <c:v>21.09</c:v>
                </c:pt>
                <c:pt idx="264">
                  <c:v>22.09</c:v>
                </c:pt>
                <c:pt idx="265">
                  <c:v>23.09</c:v>
                </c:pt>
                <c:pt idx="266">
                  <c:v>24.09</c:v>
                </c:pt>
                <c:pt idx="267">
                  <c:v>25.09</c:v>
                </c:pt>
                <c:pt idx="268">
                  <c:v>26.09</c:v>
                </c:pt>
                <c:pt idx="269">
                  <c:v>27.09</c:v>
                </c:pt>
                <c:pt idx="270">
                  <c:v>28.09</c:v>
                </c:pt>
                <c:pt idx="271">
                  <c:v>29.09</c:v>
                </c:pt>
                <c:pt idx="272">
                  <c:v>30.09</c:v>
                </c:pt>
                <c:pt idx="273">
                  <c:v>01.10</c:v>
                </c:pt>
                <c:pt idx="274">
                  <c:v>02.10</c:v>
                </c:pt>
                <c:pt idx="275">
                  <c:v>03.10</c:v>
                </c:pt>
                <c:pt idx="276">
                  <c:v>04.10</c:v>
                </c:pt>
                <c:pt idx="277">
                  <c:v>05.10</c:v>
                </c:pt>
                <c:pt idx="278">
                  <c:v>06.10</c:v>
                </c:pt>
                <c:pt idx="279">
                  <c:v>07.10</c:v>
                </c:pt>
                <c:pt idx="280">
                  <c:v>08.10</c:v>
                </c:pt>
                <c:pt idx="281">
                  <c:v>09.10</c:v>
                </c:pt>
                <c:pt idx="282">
                  <c:v>10.10</c:v>
                </c:pt>
                <c:pt idx="283">
                  <c:v>11.10</c:v>
                </c:pt>
                <c:pt idx="284">
                  <c:v>12.10</c:v>
                </c:pt>
                <c:pt idx="285">
                  <c:v>13.10</c:v>
                </c:pt>
                <c:pt idx="286">
                  <c:v>14.10</c:v>
                </c:pt>
                <c:pt idx="287">
                  <c:v>15.10</c:v>
                </c:pt>
                <c:pt idx="288">
                  <c:v>16.10</c:v>
                </c:pt>
                <c:pt idx="289">
                  <c:v>17.10</c:v>
                </c:pt>
                <c:pt idx="290">
                  <c:v>18.10</c:v>
                </c:pt>
                <c:pt idx="291">
                  <c:v>19.10</c:v>
                </c:pt>
                <c:pt idx="292">
                  <c:v>20.10</c:v>
                </c:pt>
                <c:pt idx="293">
                  <c:v>21.10</c:v>
                </c:pt>
                <c:pt idx="294">
                  <c:v>22.10</c:v>
                </c:pt>
                <c:pt idx="295">
                  <c:v>23.10</c:v>
                </c:pt>
                <c:pt idx="296">
                  <c:v>24.10</c:v>
                </c:pt>
                <c:pt idx="297">
                  <c:v>25.10</c:v>
                </c:pt>
                <c:pt idx="298">
                  <c:v>26.10</c:v>
                </c:pt>
                <c:pt idx="299">
                  <c:v>27.10</c:v>
                </c:pt>
                <c:pt idx="300">
                  <c:v>28.10</c:v>
                </c:pt>
                <c:pt idx="301">
                  <c:v>29.10</c:v>
                </c:pt>
                <c:pt idx="302">
                  <c:v>30.10</c:v>
                </c:pt>
                <c:pt idx="303">
                  <c:v>31.10</c:v>
                </c:pt>
                <c:pt idx="304">
                  <c:v>01.11</c:v>
                </c:pt>
                <c:pt idx="305">
                  <c:v>02.11</c:v>
                </c:pt>
                <c:pt idx="306">
                  <c:v>03.11</c:v>
                </c:pt>
                <c:pt idx="307">
                  <c:v>04.11</c:v>
                </c:pt>
                <c:pt idx="308">
                  <c:v>05.11</c:v>
                </c:pt>
                <c:pt idx="309">
                  <c:v>06.11</c:v>
                </c:pt>
                <c:pt idx="310">
                  <c:v>07.11</c:v>
                </c:pt>
                <c:pt idx="311">
                  <c:v>08.11</c:v>
                </c:pt>
                <c:pt idx="312">
                  <c:v>09.11</c:v>
                </c:pt>
                <c:pt idx="313">
                  <c:v>10.11</c:v>
                </c:pt>
                <c:pt idx="314">
                  <c:v>11.11</c:v>
                </c:pt>
                <c:pt idx="315">
                  <c:v>12.11</c:v>
                </c:pt>
                <c:pt idx="316">
                  <c:v>13.11</c:v>
                </c:pt>
                <c:pt idx="317">
                  <c:v>14.11</c:v>
                </c:pt>
                <c:pt idx="318">
                  <c:v>15.11</c:v>
                </c:pt>
                <c:pt idx="319">
                  <c:v>16.11</c:v>
                </c:pt>
                <c:pt idx="320">
                  <c:v>17.11</c:v>
                </c:pt>
                <c:pt idx="321">
                  <c:v>18.11</c:v>
                </c:pt>
                <c:pt idx="322">
                  <c:v>19.11</c:v>
                </c:pt>
                <c:pt idx="323">
                  <c:v>20.11</c:v>
                </c:pt>
                <c:pt idx="324">
                  <c:v>21.11</c:v>
                </c:pt>
                <c:pt idx="325">
                  <c:v>22.11</c:v>
                </c:pt>
                <c:pt idx="326">
                  <c:v>23.11</c:v>
                </c:pt>
                <c:pt idx="327">
                  <c:v>24.11</c:v>
                </c:pt>
                <c:pt idx="328">
                  <c:v>25.11</c:v>
                </c:pt>
                <c:pt idx="329">
                  <c:v>26.11</c:v>
                </c:pt>
                <c:pt idx="330">
                  <c:v>27.11</c:v>
                </c:pt>
                <c:pt idx="331">
                  <c:v>28.11</c:v>
                </c:pt>
                <c:pt idx="332">
                  <c:v>29.11</c:v>
                </c:pt>
                <c:pt idx="333">
                  <c:v>30.11</c:v>
                </c:pt>
                <c:pt idx="334">
                  <c:v>01.12</c:v>
                </c:pt>
                <c:pt idx="335">
                  <c:v>02.12</c:v>
                </c:pt>
                <c:pt idx="336">
                  <c:v>03.12</c:v>
                </c:pt>
                <c:pt idx="337">
                  <c:v>04.12</c:v>
                </c:pt>
                <c:pt idx="338">
                  <c:v>05.12</c:v>
                </c:pt>
                <c:pt idx="339">
                  <c:v>06.12</c:v>
                </c:pt>
                <c:pt idx="340">
                  <c:v>07.12</c:v>
                </c:pt>
                <c:pt idx="341">
                  <c:v>08.12</c:v>
                </c:pt>
                <c:pt idx="342">
                  <c:v>09.12</c:v>
                </c:pt>
                <c:pt idx="343">
                  <c:v>10.12</c:v>
                </c:pt>
                <c:pt idx="344">
                  <c:v>11.12</c:v>
                </c:pt>
                <c:pt idx="345">
                  <c:v>12.12</c:v>
                </c:pt>
                <c:pt idx="346">
                  <c:v>13.12</c:v>
                </c:pt>
                <c:pt idx="347">
                  <c:v>14.12</c:v>
                </c:pt>
                <c:pt idx="348">
                  <c:v>15.12</c:v>
                </c:pt>
                <c:pt idx="349">
                  <c:v>16.12</c:v>
                </c:pt>
                <c:pt idx="350">
                  <c:v>17.12</c:v>
                </c:pt>
                <c:pt idx="351">
                  <c:v>18.12</c:v>
                </c:pt>
                <c:pt idx="352">
                  <c:v>19.12</c:v>
                </c:pt>
                <c:pt idx="353">
                  <c:v>20.12</c:v>
                </c:pt>
                <c:pt idx="354">
                  <c:v>21.12</c:v>
                </c:pt>
                <c:pt idx="355">
                  <c:v>22.12</c:v>
                </c:pt>
                <c:pt idx="356">
                  <c:v>23.12</c:v>
                </c:pt>
                <c:pt idx="357">
                  <c:v>24.12</c:v>
                </c:pt>
                <c:pt idx="358">
                  <c:v>25.12</c:v>
                </c:pt>
                <c:pt idx="359">
                  <c:v>26.12</c:v>
                </c:pt>
                <c:pt idx="360">
                  <c:v>27.12</c:v>
                </c:pt>
                <c:pt idx="361">
                  <c:v>28.12</c:v>
                </c:pt>
                <c:pt idx="362">
                  <c:v>29.12</c:v>
                </c:pt>
                <c:pt idx="363">
                  <c:v>30.12</c:v>
                </c:pt>
                <c:pt idx="364">
                  <c:v>31.12</c:v>
                </c:pt>
              </c:strCache>
            </c:strRef>
          </c:cat>
          <c:val>
            <c:numRef>
              <c:f>'pivot tables'!$Z$42:$Z$407</c:f>
              <c:numCache>
                <c:formatCode>General</c:formatCode>
                <c:ptCount val="365"/>
                <c:pt idx="0">
                  <c:v>15.001666666666628</c:v>
                </c:pt>
                <c:pt idx="1">
                  <c:v>90.36999999999999</c:v>
                </c:pt>
                <c:pt idx="2">
                  <c:v>141.5346875000001</c:v>
                </c:pt>
                <c:pt idx="3">
                  <c:v>58.702291666666646</c:v>
                </c:pt>
                <c:pt idx="4">
                  <c:v>82.440937500000032</c:v>
                </c:pt>
                <c:pt idx="5">
                  <c:v>69.149999999999991</c:v>
                </c:pt>
                <c:pt idx="6">
                  <c:v>61.325729166666655</c:v>
                </c:pt>
                <c:pt idx="7">
                  <c:v>80.406979166666687</c:v>
                </c:pt>
                <c:pt idx="8">
                  <c:v>113.44010416666669</c:v>
                </c:pt>
                <c:pt idx="9">
                  <c:v>80.545520833333271</c:v>
                </c:pt>
                <c:pt idx="10">
                  <c:v>62.801770833333343</c:v>
                </c:pt>
                <c:pt idx="11">
                  <c:v>162.36520833333336</c:v>
                </c:pt>
                <c:pt idx="12">
                  <c:v>68.320416666666674</c:v>
                </c:pt>
                <c:pt idx="13">
                  <c:v>34.00312499999999</c:v>
                </c:pt>
                <c:pt idx="14">
                  <c:v>26.220520833333293</c:v>
                </c:pt>
                <c:pt idx="15">
                  <c:v>138.76895833333342</c:v>
                </c:pt>
                <c:pt idx="16">
                  <c:v>139.18572916666668</c:v>
                </c:pt>
                <c:pt idx="17">
                  <c:v>153.61708333333334</c:v>
                </c:pt>
                <c:pt idx="18">
                  <c:v>139.61614583333329</c:v>
                </c:pt>
                <c:pt idx="19">
                  <c:v>182.15874999999997</c:v>
                </c:pt>
                <c:pt idx="20">
                  <c:v>147.57499999999996</c:v>
                </c:pt>
                <c:pt idx="21">
                  <c:v>146.99437500000013</c:v>
                </c:pt>
                <c:pt idx="22">
                  <c:v>201.74958333333322</c:v>
                </c:pt>
                <c:pt idx="23">
                  <c:v>203.49479166666671</c:v>
                </c:pt>
                <c:pt idx="24">
                  <c:v>185.11989583333329</c:v>
                </c:pt>
                <c:pt idx="25">
                  <c:v>165.00354166666668</c:v>
                </c:pt>
                <c:pt idx="26">
                  <c:v>168.17145833333328</c:v>
                </c:pt>
                <c:pt idx="27">
                  <c:v>148.79208333333332</c:v>
                </c:pt>
                <c:pt idx="28">
                  <c:v>102.83552083333332</c:v>
                </c:pt>
                <c:pt idx="29">
                  <c:v>59.268750000000033</c:v>
                </c:pt>
                <c:pt idx="30">
                  <c:v>110.628125</c:v>
                </c:pt>
                <c:pt idx="31">
                  <c:v>93.692395833333364</c:v>
                </c:pt>
                <c:pt idx="32">
                  <c:v>133.73416666666665</c:v>
                </c:pt>
                <c:pt idx="33">
                  <c:v>143.98822916666674</c:v>
                </c:pt>
                <c:pt idx="34">
                  <c:v>56.52645833333338</c:v>
                </c:pt>
                <c:pt idx="35">
                  <c:v>101.99822916666665</c:v>
                </c:pt>
                <c:pt idx="36">
                  <c:v>79.334270833333349</c:v>
                </c:pt>
                <c:pt idx="37">
                  <c:v>-11.568125000000004</c:v>
                </c:pt>
                <c:pt idx="38">
                  <c:v>73.740833333333327</c:v>
                </c:pt>
                <c:pt idx="39">
                  <c:v>97.066250000000025</c:v>
                </c:pt>
                <c:pt idx="40">
                  <c:v>114.95468750000003</c:v>
                </c:pt>
                <c:pt idx="41">
                  <c:v>56.498333333333328</c:v>
                </c:pt>
                <c:pt idx="42">
                  <c:v>123.37937500000002</c:v>
                </c:pt>
                <c:pt idx="43">
                  <c:v>162.85385416666665</c:v>
                </c:pt>
                <c:pt idx="44">
                  <c:v>160.10583333333338</c:v>
                </c:pt>
                <c:pt idx="45">
                  <c:v>145.02500000000001</c:v>
                </c:pt>
                <c:pt idx="46">
                  <c:v>133.30072916666663</c:v>
                </c:pt>
                <c:pt idx="47">
                  <c:v>80.076666666666696</c:v>
                </c:pt>
                <c:pt idx="48">
                  <c:v>85.751874999999998</c:v>
                </c:pt>
                <c:pt idx="49">
                  <c:v>105.72635416666667</c:v>
                </c:pt>
                <c:pt idx="50">
                  <c:v>79.819062500000015</c:v>
                </c:pt>
                <c:pt idx="51">
                  <c:v>121.745625</c:v>
                </c:pt>
                <c:pt idx="52">
                  <c:v>147.84645833333337</c:v>
                </c:pt>
                <c:pt idx="53">
                  <c:v>146.13166666666666</c:v>
                </c:pt>
                <c:pt idx="54">
                  <c:v>116.56447916666667</c:v>
                </c:pt>
                <c:pt idx="55">
                  <c:v>87.546249999999986</c:v>
                </c:pt>
                <c:pt idx="56">
                  <c:v>114.89802083333335</c:v>
                </c:pt>
                <c:pt idx="57">
                  <c:v>143.95989583333335</c:v>
                </c:pt>
                <c:pt idx="58">
                  <c:v>155.50145833333332</c:v>
                </c:pt>
                <c:pt idx="59">
                  <c:v>145.68177083333336</c:v>
                </c:pt>
                <c:pt idx="60">
                  <c:v>106.3796875</c:v>
                </c:pt>
                <c:pt idx="61">
                  <c:v>135.70947916666668</c:v>
                </c:pt>
                <c:pt idx="62">
                  <c:v>123.99916666666668</c:v>
                </c:pt>
                <c:pt idx="63">
                  <c:v>107.30270833333338</c:v>
                </c:pt>
                <c:pt idx="64">
                  <c:v>56.722812499999975</c:v>
                </c:pt>
                <c:pt idx="65">
                  <c:v>60.097395833333316</c:v>
                </c:pt>
                <c:pt idx="66">
                  <c:v>46.643958333333352</c:v>
                </c:pt>
                <c:pt idx="67">
                  <c:v>83.998645833333342</c:v>
                </c:pt>
                <c:pt idx="68">
                  <c:v>33.028749999999995</c:v>
                </c:pt>
                <c:pt idx="69">
                  <c:v>65.827604166666688</c:v>
                </c:pt>
                <c:pt idx="70">
                  <c:v>105.99906249999999</c:v>
                </c:pt>
                <c:pt idx="71">
                  <c:v>54.680729166666701</c:v>
                </c:pt>
                <c:pt idx="72">
                  <c:v>62.185104166666711</c:v>
                </c:pt>
                <c:pt idx="73">
                  <c:v>120.14166666666665</c:v>
                </c:pt>
                <c:pt idx="74">
                  <c:v>110.40479166666671</c:v>
                </c:pt>
                <c:pt idx="75">
                  <c:v>97.47031250000002</c:v>
                </c:pt>
                <c:pt idx="76">
                  <c:v>99.533437499999977</c:v>
                </c:pt>
                <c:pt idx="77">
                  <c:v>93.002187500000034</c:v>
                </c:pt>
                <c:pt idx="78">
                  <c:v>113.71791666666667</c:v>
                </c:pt>
                <c:pt idx="79">
                  <c:v>113.17458333333336</c:v>
                </c:pt>
                <c:pt idx="80">
                  <c:v>74.955937500000005</c:v>
                </c:pt>
                <c:pt idx="81">
                  <c:v>77.000208333333362</c:v>
                </c:pt>
                <c:pt idx="82">
                  <c:v>55.416875000000026</c:v>
                </c:pt>
                <c:pt idx="83">
                  <c:v>13.286458333333336</c:v>
                </c:pt>
                <c:pt idx="84">
                  <c:v>72.021956521739142</c:v>
                </c:pt>
                <c:pt idx="85">
                  <c:v>74.598541666666691</c:v>
                </c:pt>
                <c:pt idx="86">
                  <c:v>111.39781249999999</c:v>
                </c:pt>
                <c:pt idx="87">
                  <c:v>117.00760416666672</c:v>
                </c:pt>
                <c:pt idx="88">
                  <c:v>76.932083333333296</c:v>
                </c:pt>
                <c:pt idx="89">
                  <c:v>93.998333333333349</c:v>
                </c:pt>
                <c:pt idx="90">
                  <c:v>56.603854166666657</c:v>
                </c:pt>
                <c:pt idx="91">
                  <c:v>140.72937499999998</c:v>
                </c:pt>
                <c:pt idx="92">
                  <c:v>105.63083333333329</c:v>
                </c:pt>
                <c:pt idx="93">
                  <c:v>134.25239583333337</c:v>
                </c:pt>
                <c:pt idx="94">
                  <c:v>98.013437500000023</c:v>
                </c:pt>
                <c:pt idx="95">
                  <c:v>39.083854166666683</c:v>
                </c:pt>
                <c:pt idx="96">
                  <c:v>82.747395833333314</c:v>
                </c:pt>
                <c:pt idx="97">
                  <c:v>92.24499999999999</c:v>
                </c:pt>
                <c:pt idx="98">
                  <c:v>105.77093749999999</c:v>
                </c:pt>
                <c:pt idx="99">
                  <c:v>66.085729166666709</c:v>
                </c:pt>
                <c:pt idx="100">
                  <c:v>28.219895833333343</c:v>
                </c:pt>
                <c:pt idx="101">
                  <c:v>129.93239583333332</c:v>
                </c:pt>
                <c:pt idx="102">
                  <c:v>105.99916666666671</c:v>
                </c:pt>
                <c:pt idx="103">
                  <c:v>130.99854166666663</c:v>
                </c:pt>
                <c:pt idx="104">
                  <c:v>105.39124999999996</c:v>
                </c:pt>
                <c:pt idx="105">
                  <c:v>109.14864583333332</c:v>
                </c:pt>
                <c:pt idx="106">
                  <c:v>122.20468750000003</c:v>
                </c:pt>
                <c:pt idx="107">
                  <c:v>110.23020833333332</c:v>
                </c:pt>
                <c:pt idx="108">
                  <c:v>86.252395833333352</c:v>
                </c:pt>
                <c:pt idx="109">
                  <c:v>111.41541666666664</c:v>
                </c:pt>
                <c:pt idx="110">
                  <c:v>91.94770833333331</c:v>
                </c:pt>
                <c:pt idx="111">
                  <c:v>85.50479166666662</c:v>
                </c:pt>
                <c:pt idx="112">
                  <c:v>84.040104166666666</c:v>
                </c:pt>
                <c:pt idx="113">
                  <c:v>97.199999999999989</c:v>
                </c:pt>
                <c:pt idx="114">
                  <c:v>102.99812500000003</c:v>
                </c:pt>
                <c:pt idx="115">
                  <c:v>112.00291666666665</c:v>
                </c:pt>
                <c:pt idx="116">
                  <c:v>116.07312499999996</c:v>
                </c:pt>
                <c:pt idx="117">
                  <c:v>106.00197916666669</c:v>
                </c:pt>
                <c:pt idx="118">
                  <c:v>99.501874999999984</c:v>
                </c:pt>
                <c:pt idx="119">
                  <c:v>84.640729166666702</c:v>
                </c:pt>
                <c:pt idx="120">
                  <c:v>102.02406250000011</c:v>
                </c:pt>
                <c:pt idx="121">
                  <c:v>113.99906249999998</c:v>
                </c:pt>
                <c:pt idx="122">
                  <c:v>115.99885416666672</c:v>
                </c:pt>
                <c:pt idx="123">
                  <c:v>141.76197916666663</c:v>
                </c:pt>
                <c:pt idx="124">
                  <c:v>91.446979166666651</c:v>
                </c:pt>
                <c:pt idx="125">
                  <c:v>86.427812499999973</c:v>
                </c:pt>
                <c:pt idx="126">
                  <c:v>68.43354166666667</c:v>
                </c:pt>
                <c:pt idx="127">
                  <c:v>86.313437500000006</c:v>
                </c:pt>
                <c:pt idx="128">
                  <c:v>108.00270833333337</c:v>
                </c:pt>
                <c:pt idx="129">
                  <c:v>96.850312499999973</c:v>
                </c:pt>
                <c:pt idx="130">
                  <c:v>19.719687499999988</c:v>
                </c:pt>
                <c:pt idx="131">
                  <c:v>115.26927083333335</c:v>
                </c:pt>
                <c:pt idx="132">
                  <c:v>82.324270833333387</c:v>
                </c:pt>
                <c:pt idx="133">
                  <c:v>83.496145833333344</c:v>
                </c:pt>
                <c:pt idx="134">
                  <c:v>105.00177083333334</c:v>
                </c:pt>
                <c:pt idx="135">
                  <c:v>82.002187499999991</c:v>
                </c:pt>
                <c:pt idx="136">
                  <c:v>81.231562500000038</c:v>
                </c:pt>
                <c:pt idx="137">
                  <c:v>77.692395833333322</c:v>
                </c:pt>
                <c:pt idx="138">
                  <c:v>89.944479166666667</c:v>
                </c:pt>
                <c:pt idx="139">
                  <c:v>58.000625000000007</c:v>
                </c:pt>
                <c:pt idx="140">
                  <c:v>41.502708333333324</c:v>
                </c:pt>
                <c:pt idx="141">
                  <c:v>93.371354166666677</c:v>
                </c:pt>
                <c:pt idx="142">
                  <c:v>78.454270833333325</c:v>
                </c:pt>
                <c:pt idx="143">
                  <c:v>95.873229166666704</c:v>
                </c:pt>
                <c:pt idx="144">
                  <c:v>87.274687500000013</c:v>
                </c:pt>
                <c:pt idx="145">
                  <c:v>69.00885416666668</c:v>
                </c:pt>
                <c:pt idx="146">
                  <c:v>61.158854166666664</c:v>
                </c:pt>
                <c:pt idx="147">
                  <c:v>34.998750000000001</c:v>
                </c:pt>
                <c:pt idx="148">
                  <c:v>30.001250000000002</c:v>
                </c:pt>
                <c:pt idx="149">
                  <c:v>75.40333333333335</c:v>
                </c:pt>
                <c:pt idx="150">
                  <c:v>72.87552083333334</c:v>
                </c:pt>
                <c:pt idx="151">
                  <c:v>116.99968750000001</c:v>
                </c:pt>
                <c:pt idx="152">
                  <c:v>165.99760416666666</c:v>
                </c:pt>
                <c:pt idx="153">
                  <c:v>139.55041666666668</c:v>
                </c:pt>
                <c:pt idx="154">
                  <c:v>125.14291666666662</c:v>
                </c:pt>
                <c:pt idx="155">
                  <c:v>87.849687500000002</c:v>
                </c:pt>
                <c:pt idx="156">
                  <c:v>96.05135416666667</c:v>
                </c:pt>
                <c:pt idx="157">
                  <c:v>107.02093749999999</c:v>
                </c:pt>
                <c:pt idx="158">
                  <c:v>47.001979166666665</c:v>
                </c:pt>
                <c:pt idx="159">
                  <c:v>106.0013541666667</c:v>
                </c:pt>
                <c:pt idx="160">
                  <c:v>79.499375000000001</c:v>
                </c:pt>
                <c:pt idx="161">
                  <c:v>58.497500000000009</c:v>
                </c:pt>
                <c:pt idx="162">
                  <c:v>137.18874999999994</c:v>
                </c:pt>
                <c:pt idx="163">
                  <c:v>93.319270833333334</c:v>
                </c:pt>
                <c:pt idx="164">
                  <c:v>101.54812500000003</c:v>
                </c:pt>
                <c:pt idx="165">
                  <c:v>116.50791666666663</c:v>
                </c:pt>
                <c:pt idx="166">
                  <c:v>127.02218750000003</c:v>
                </c:pt>
                <c:pt idx="167">
                  <c:v>98.479270833333331</c:v>
                </c:pt>
                <c:pt idx="168">
                  <c:v>85.951562500000009</c:v>
                </c:pt>
                <c:pt idx="169">
                  <c:v>124.99854166666677</c:v>
                </c:pt>
                <c:pt idx="170">
                  <c:v>124.1558333333334</c:v>
                </c:pt>
                <c:pt idx="171">
                  <c:v>127.74239583333333</c:v>
                </c:pt>
                <c:pt idx="172">
                  <c:v>126.49760416666665</c:v>
                </c:pt>
                <c:pt idx="173">
                  <c:v>107.0026041666667</c:v>
                </c:pt>
                <c:pt idx="174">
                  <c:v>87.922499999999957</c:v>
                </c:pt>
                <c:pt idx="175">
                  <c:v>75.113229166666684</c:v>
                </c:pt>
                <c:pt idx="176">
                  <c:v>85.65343750000001</c:v>
                </c:pt>
                <c:pt idx="177">
                  <c:v>104.89854166666665</c:v>
                </c:pt>
                <c:pt idx="178">
                  <c:v>113.56458333333337</c:v>
                </c:pt>
                <c:pt idx="179">
                  <c:v>116.98812500000001</c:v>
                </c:pt>
                <c:pt idx="180">
                  <c:v>108.49864583333338</c:v>
                </c:pt>
                <c:pt idx="181">
                  <c:v>88.36437500000001</c:v>
                </c:pt>
                <c:pt idx="182">
                  <c:v>174.21229166666663</c:v>
                </c:pt>
                <c:pt idx="183">
                  <c:v>108.89989583333333</c:v>
                </c:pt>
                <c:pt idx="184">
                  <c:v>104.7755208333333</c:v>
                </c:pt>
                <c:pt idx="185">
                  <c:v>71.002187500000005</c:v>
                </c:pt>
                <c:pt idx="186">
                  <c:v>101.17260416666672</c:v>
                </c:pt>
                <c:pt idx="187">
                  <c:v>108.89947916666672</c:v>
                </c:pt>
                <c:pt idx="188">
                  <c:v>32.804375</c:v>
                </c:pt>
                <c:pt idx="189">
                  <c:v>101.58833333333332</c:v>
                </c:pt>
                <c:pt idx="190">
                  <c:v>44.499270833333334</c:v>
                </c:pt>
                <c:pt idx="191">
                  <c:v>94.817187499999946</c:v>
                </c:pt>
                <c:pt idx="192">
                  <c:v>118.61468750000004</c:v>
                </c:pt>
                <c:pt idx="193">
                  <c:v>98.559374999999974</c:v>
                </c:pt>
                <c:pt idx="194">
                  <c:v>102.07114583333335</c:v>
                </c:pt>
                <c:pt idx="195">
                  <c:v>46.901041666666664</c:v>
                </c:pt>
                <c:pt idx="196">
                  <c:v>17.961562499999999</c:v>
                </c:pt>
                <c:pt idx="197">
                  <c:v>80.00177083333331</c:v>
                </c:pt>
                <c:pt idx="198">
                  <c:v>103.45187500000003</c:v>
                </c:pt>
                <c:pt idx="199">
                  <c:v>105.21458333333339</c:v>
                </c:pt>
                <c:pt idx="200">
                  <c:v>96.482291666666683</c:v>
                </c:pt>
                <c:pt idx="201">
                  <c:v>103.25989583333332</c:v>
                </c:pt>
                <c:pt idx="202">
                  <c:v>75.36562499999998</c:v>
                </c:pt>
                <c:pt idx="203">
                  <c:v>25.84666666666665</c:v>
                </c:pt>
                <c:pt idx="204">
                  <c:v>87.156458333333333</c:v>
                </c:pt>
                <c:pt idx="205">
                  <c:v>99.206458333333373</c:v>
                </c:pt>
                <c:pt idx="206">
                  <c:v>95.082395833333308</c:v>
                </c:pt>
                <c:pt idx="207">
                  <c:v>99.491458333333313</c:v>
                </c:pt>
                <c:pt idx="208">
                  <c:v>96.99041666666669</c:v>
                </c:pt>
                <c:pt idx="209">
                  <c:v>72.462291666666701</c:v>
                </c:pt>
                <c:pt idx="210">
                  <c:v>29.509374999999981</c:v>
                </c:pt>
                <c:pt idx="211">
                  <c:v>71.24812500000003</c:v>
                </c:pt>
                <c:pt idx="212">
                  <c:v>64.016979166666729</c:v>
                </c:pt>
                <c:pt idx="213">
                  <c:v>153.01749999999998</c:v>
                </c:pt>
                <c:pt idx="214">
                  <c:v>139.58677083333336</c:v>
                </c:pt>
                <c:pt idx="215">
                  <c:v>118.17281249999998</c:v>
                </c:pt>
                <c:pt idx="216">
                  <c:v>96.236041666666722</c:v>
                </c:pt>
                <c:pt idx="217">
                  <c:v>82.825000000000031</c:v>
                </c:pt>
                <c:pt idx="218">
                  <c:v>77.999583333333291</c:v>
                </c:pt>
                <c:pt idx="219">
                  <c:v>26.961250000000007</c:v>
                </c:pt>
                <c:pt idx="220">
                  <c:v>105.28416666666662</c:v>
                </c:pt>
                <c:pt idx="221">
                  <c:v>85.348125000000024</c:v>
                </c:pt>
                <c:pt idx="222">
                  <c:v>90.695833333333283</c:v>
                </c:pt>
                <c:pt idx="223">
                  <c:v>104.01614583333337</c:v>
                </c:pt>
                <c:pt idx="224">
                  <c:v>65.575833333333335</c:v>
                </c:pt>
                <c:pt idx="225">
                  <c:v>106.99958333333332</c:v>
                </c:pt>
                <c:pt idx="226">
                  <c:v>97.998437500000009</c:v>
                </c:pt>
                <c:pt idx="227">
                  <c:v>114.50104166666665</c:v>
                </c:pt>
                <c:pt idx="228">
                  <c:v>107.40458333333338</c:v>
                </c:pt>
                <c:pt idx="229">
                  <c:v>105.99781249999997</c:v>
                </c:pt>
                <c:pt idx="230">
                  <c:v>82.711458333333312</c:v>
                </c:pt>
                <c:pt idx="231">
                  <c:v>83.718437499999979</c:v>
                </c:pt>
                <c:pt idx="232">
                  <c:v>117.72739583333328</c:v>
                </c:pt>
                <c:pt idx="233">
                  <c:v>124.61635416666665</c:v>
                </c:pt>
                <c:pt idx="234">
                  <c:v>134.63333333333341</c:v>
                </c:pt>
                <c:pt idx="235">
                  <c:v>138.99875000000003</c:v>
                </c:pt>
                <c:pt idx="236">
                  <c:v>120.71041666666667</c:v>
                </c:pt>
                <c:pt idx="237">
                  <c:v>96.215416666666627</c:v>
                </c:pt>
                <c:pt idx="238">
                  <c:v>99.109270833333312</c:v>
                </c:pt>
                <c:pt idx="239">
                  <c:v>118.00010416666667</c:v>
                </c:pt>
                <c:pt idx="240">
                  <c:v>128.59322916666665</c:v>
                </c:pt>
                <c:pt idx="241">
                  <c:v>115.04979166666668</c:v>
                </c:pt>
                <c:pt idx="242">
                  <c:v>103.77843750000001</c:v>
                </c:pt>
                <c:pt idx="243">
                  <c:v>116.69229166666672</c:v>
                </c:pt>
                <c:pt idx="244">
                  <c:v>131.0008333333333</c:v>
                </c:pt>
                <c:pt idx="245">
                  <c:v>131.66729166666664</c:v>
                </c:pt>
                <c:pt idx="246">
                  <c:v>105.77229166666666</c:v>
                </c:pt>
                <c:pt idx="247">
                  <c:v>95.99760416666669</c:v>
                </c:pt>
                <c:pt idx="248">
                  <c:v>83.417500000000004</c:v>
                </c:pt>
                <c:pt idx="249">
                  <c:v>81.465416666666655</c:v>
                </c:pt>
                <c:pt idx="250">
                  <c:v>83.850624999999965</c:v>
                </c:pt>
                <c:pt idx="251">
                  <c:v>95.593333333333362</c:v>
                </c:pt>
                <c:pt idx="252">
                  <c:v>95.329270833333283</c:v>
                </c:pt>
                <c:pt idx="253">
                  <c:v>99.499583333333348</c:v>
                </c:pt>
                <c:pt idx="254">
                  <c:v>74.008541666666659</c:v>
                </c:pt>
                <c:pt idx="255">
                  <c:v>109.16989583333334</c:v>
                </c:pt>
                <c:pt idx="256">
                  <c:v>126.50041666666664</c:v>
                </c:pt>
                <c:pt idx="257">
                  <c:v>111.56125000000002</c:v>
                </c:pt>
                <c:pt idx="258">
                  <c:v>92.34979166666669</c:v>
                </c:pt>
                <c:pt idx="259">
                  <c:v>75.685729166666647</c:v>
                </c:pt>
                <c:pt idx="260">
                  <c:v>91.023125000000036</c:v>
                </c:pt>
                <c:pt idx="261">
                  <c:v>52.505208333333336</c:v>
                </c:pt>
                <c:pt idx="262">
                  <c:v>53.244687500000047</c:v>
                </c:pt>
                <c:pt idx="263">
                  <c:v>101.2989583333333</c:v>
                </c:pt>
                <c:pt idx="264">
                  <c:v>104.56624999999995</c:v>
                </c:pt>
                <c:pt idx="265">
                  <c:v>92.491562499999972</c:v>
                </c:pt>
                <c:pt idx="266">
                  <c:v>73.638124999999931</c:v>
                </c:pt>
                <c:pt idx="267">
                  <c:v>100.84562500000003</c:v>
                </c:pt>
                <c:pt idx="268">
                  <c:v>135.41062500000001</c:v>
                </c:pt>
                <c:pt idx="269">
                  <c:v>133.11958333333334</c:v>
                </c:pt>
                <c:pt idx="270">
                  <c:v>111.45218749999999</c:v>
                </c:pt>
                <c:pt idx="271">
                  <c:v>107.09083333333338</c:v>
                </c:pt>
                <c:pt idx="272">
                  <c:v>93.313541666666694</c:v>
                </c:pt>
                <c:pt idx="273">
                  <c:v>127.39302083333327</c:v>
                </c:pt>
                <c:pt idx="274">
                  <c:v>124.42895833333334</c:v>
                </c:pt>
                <c:pt idx="275">
                  <c:v>111.50166666666665</c:v>
                </c:pt>
                <c:pt idx="276">
                  <c:v>69.998854166666646</c:v>
                </c:pt>
                <c:pt idx="277">
                  <c:v>108.60124999999999</c:v>
                </c:pt>
                <c:pt idx="278">
                  <c:v>53.198645833333309</c:v>
                </c:pt>
                <c:pt idx="279">
                  <c:v>107.00124999999998</c:v>
                </c:pt>
                <c:pt idx="280">
                  <c:v>103.63979166666667</c:v>
                </c:pt>
                <c:pt idx="281">
                  <c:v>89.773229166666681</c:v>
                </c:pt>
                <c:pt idx="282">
                  <c:v>113.80270833333333</c:v>
                </c:pt>
                <c:pt idx="283">
                  <c:v>96.903333333333364</c:v>
                </c:pt>
                <c:pt idx="284">
                  <c:v>50.249791666666674</c:v>
                </c:pt>
                <c:pt idx="285">
                  <c:v>66.492083333333355</c:v>
                </c:pt>
                <c:pt idx="286">
                  <c:v>24.998333333333349</c:v>
                </c:pt>
                <c:pt idx="287">
                  <c:v>41.132395833333355</c:v>
                </c:pt>
                <c:pt idx="288">
                  <c:v>135.69999999999996</c:v>
                </c:pt>
                <c:pt idx="289">
                  <c:v>135.45114583333336</c:v>
                </c:pt>
                <c:pt idx="290">
                  <c:v>100.71729166666667</c:v>
                </c:pt>
                <c:pt idx="291">
                  <c:v>88.703333333333333</c:v>
                </c:pt>
                <c:pt idx="292">
                  <c:v>76.328958333333347</c:v>
                </c:pt>
                <c:pt idx="293">
                  <c:v>54.659895833333358</c:v>
                </c:pt>
                <c:pt idx="294">
                  <c:v>41.604270833333352</c:v>
                </c:pt>
                <c:pt idx="295">
                  <c:v>121.25791666666663</c:v>
                </c:pt>
                <c:pt idx="296">
                  <c:v>118.47395833333333</c:v>
                </c:pt>
                <c:pt idx="297">
                  <c:v>123.94406250000007</c:v>
                </c:pt>
                <c:pt idx="298">
                  <c:v>125.29718749999999</c:v>
                </c:pt>
                <c:pt idx="299">
                  <c:v>123.53635416666664</c:v>
                </c:pt>
                <c:pt idx="300">
                  <c:v>80.208750000000023</c:v>
                </c:pt>
                <c:pt idx="301">
                  <c:v>29.998800000000003</c:v>
                </c:pt>
                <c:pt idx="302">
                  <c:v>108.49750000000004</c:v>
                </c:pt>
                <c:pt idx="303">
                  <c:v>103.59572916666671</c:v>
                </c:pt>
                <c:pt idx="304">
                  <c:v>95.943333333333385</c:v>
                </c:pt>
                <c:pt idx="305">
                  <c:v>102.50020833333332</c:v>
                </c:pt>
                <c:pt idx="306">
                  <c:v>102.29479166666663</c:v>
                </c:pt>
                <c:pt idx="307">
                  <c:v>95.253333333333401</c:v>
                </c:pt>
                <c:pt idx="308">
                  <c:v>115.48854166666671</c:v>
                </c:pt>
                <c:pt idx="309">
                  <c:v>30.028020833333329</c:v>
                </c:pt>
                <c:pt idx="310">
                  <c:v>106.99812500000002</c:v>
                </c:pt>
                <c:pt idx="311">
                  <c:v>103.70197916666667</c:v>
                </c:pt>
                <c:pt idx="312">
                  <c:v>117.2865625</c:v>
                </c:pt>
                <c:pt idx="313">
                  <c:v>59.05562500000002</c:v>
                </c:pt>
                <c:pt idx="314">
                  <c:v>97.634270833333289</c:v>
                </c:pt>
                <c:pt idx="315">
                  <c:v>92.375208333333376</c:v>
                </c:pt>
                <c:pt idx="316">
                  <c:v>103.16843749999997</c:v>
                </c:pt>
                <c:pt idx="317">
                  <c:v>62.801666666666669</c:v>
                </c:pt>
                <c:pt idx="318">
                  <c:v>101.12812500000003</c:v>
                </c:pt>
                <c:pt idx="319">
                  <c:v>116.93520833333322</c:v>
                </c:pt>
                <c:pt idx="320">
                  <c:v>118.65010416666662</c:v>
                </c:pt>
                <c:pt idx="321">
                  <c:v>93.199895833333315</c:v>
                </c:pt>
                <c:pt idx="322">
                  <c:v>30.317812499999999</c:v>
                </c:pt>
                <c:pt idx="323">
                  <c:v>96.399270833333262</c:v>
                </c:pt>
                <c:pt idx="324">
                  <c:v>123.31250000000007</c:v>
                </c:pt>
                <c:pt idx="325">
                  <c:v>113.74875000000004</c:v>
                </c:pt>
                <c:pt idx="326">
                  <c:v>65.036249999999995</c:v>
                </c:pt>
                <c:pt idx="327">
                  <c:v>59.00062499999995</c:v>
                </c:pt>
                <c:pt idx="328">
                  <c:v>94.908229166666629</c:v>
                </c:pt>
                <c:pt idx="329">
                  <c:v>115.04947916666663</c:v>
                </c:pt>
                <c:pt idx="330">
                  <c:v>129.89687499999994</c:v>
                </c:pt>
                <c:pt idx="331">
                  <c:v>119.02937500000007</c:v>
                </c:pt>
                <c:pt idx="332">
                  <c:v>135.44583333333333</c:v>
                </c:pt>
                <c:pt idx="333">
                  <c:v>167.79718749999998</c:v>
                </c:pt>
                <c:pt idx="334">
                  <c:v>64.797708333333361</c:v>
                </c:pt>
                <c:pt idx="335">
                  <c:v>136.10145833333331</c:v>
                </c:pt>
                <c:pt idx="336">
                  <c:v>97.912083333333371</c:v>
                </c:pt>
                <c:pt idx="337">
                  <c:v>105.38364583333339</c:v>
                </c:pt>
                <c:pt idx="338">
                  <c:v>99.956145833333366</c:v>
                </c:pt>
                <c:pt idx="339">
                  <c:v>83.997812500000023</c:v>
                </c:pt>
                <c:pt idx="340">
                  <c:v>87.010208333333324</c:v>
                </c:pt>
                <c:pt idx="341">
                  <c:v>81.001041666666637</c:v>
                </c:pt>
                <c:pt idx="342">
                  <c:v>138.3705208333333</c:v>
                </c:pt>
                <c:pt idx="343">
                  <c:v>126.14395833333323</c:v>
                </c:pt>
                <c:pt idx="344">
                  <c:v>100.69802083333339</c:v>
                </c:pt>
                <c:pt idx="345">
                  <c:v>106.6236458333334</c:v>
                </c:pt>
                <c:pt idx="346">
                  <c:v>93.498854166666675</c:v>
                </c:pt>
                <c:pt idx="347">
                  <c:v>108.57802083333337</c:v>
                </c:pt>
                <c:pt idx="348">
                  <c:v>92.802916666666647</c:v>
                </c:pt>
                <c:pt idx="349">
                  <c:v>71.998958333333348</c:v>
                </c:pt>
                <c:pt idx="350">
                  <c:v>53.001458333333311</c:v>
                </c:pt>
                <c:pt idx="351">
                  <c:v>76.593645833333298</c:v>
                </c:pt>
                <c:pt idx="352">
                  <c:v>76.002187500000034</c:v>
                </c:pt>
                <c:pt idx="353">
                  <c:v>58.875520833333354</c:v>
                </c:pt>
                <c:pt idx="354">
                  <c:v>30.807604166666675</c:v>
                </c:pt>
                <c:pt idx="355">
                  <c:v>18.002708333333327</c:v>
                </c:pt>
                <c:pt idx="356">
                  <c:v>27.316979166666666</c:v>
                </c:pt>
                <c:pt idx="357">
                  <c:v>-5.5671874999999984</c:v>
                </c:pt>
                <c:pt idx="358">
                  <c:v>-3.0012500000000006</c:v>
                </c:pt>
                <c:pt idx="359">
                  <c:v>16.998645833333295</c:v>
                </c:pt>
                <c:pt idx="360">
                  <c:v>60.780729166666696</c:v>
                </c:pt>
                <c:pt idx="361">
                  <c:v>24.155416666666657</c:v>
                </c:pt>
                <c:pt idx="362">
                  <c:v>6.5021874999999953</c:v>
                </c:pt>
                <c:pt idx="363">
                  <c:v>30.963854166666664</c:v>
                </c:pt>
                <c:pt idx="364">
                  <c:v>9.13333333333334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9E6-4309-9F95-3F99D2A6282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05052992"/>
        <c:axId val="605060192"/>
      </c:lineChart>
      <c:catAx>
        <c:axId val="6050529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05060192"/>
        <c:crosses val="autoZero"/>
        <c:auto val="1"/>
        <c:lblAlgn val="ctr"/>
        <c:lblOffset val="100"/>
        <c:noMultiLvlLbl val="0"/>
      </c:catAx>
      <c:valAx>
        <c:axId val="6050601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0505299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55C8E-192F-4016-C48A-ABFFD2B93C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DA70A1-716F-B0ED-87BF-719F62DA99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064417-DDD7-39C1-81FC-853859C18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0C89F-9C74-4DC2-87F1-FA929AD682F0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A37E88-67E3-44F1-EE26-755D61525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8819EE-198B-FDBC-7090-C25752242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A0EF4-623E-4232-A538-AA0C2EA3F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989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81009-62AE-B0E5-0BB1-E955B7824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438FF0-9F32-077D-9C87-44BD84EF8A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D11957-B680-F48D-1F7B-C62664652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0C89F-9C74-4DC2-87F1-FA929AD682F0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2BB6D8-E3D7-6A4D-97F0-559F7A4A2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DC4A21-A31B-2E5A-80FB-0E77A62A2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A0EF4-623E-4232-A538-AA0C2EA3F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5570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73AF9-25B7-1952-9BDF-F8A66B590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85BB28-7D5E-1723-9196-C8D3F52E80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2FAEC5-575A-FA9E-A590-1776D66C7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0C89F-9C74-4DC2-87F1-FA929AD682F0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1486DD-E1F3-3357-77B1-8E12B9275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4E4C71-7A19-A133-0D8F-65524BB31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A0EF4-623E-4232-A538-AA0C2EA3F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477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36C1A-21B9-6FAD-5292-2B9D0F205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EC829D-1AFB-19F7-704A-C50D174072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507675-32F3-4C76-BFF6-EFAF199ABE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CF905E-ABDD-BA92-E236-86B36473E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0C89F-9C74-4DC2-87F1-FA929AD682F0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9E29EF-933F-7AA0-68C9-8086A5794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8D4CBF-6CC9-77FF-71C3-660EE521F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A0EF4-623E-4232-A538-AA0C2EA3F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6341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AB2CE-D3C6-6A55-68FE-D1C0321EA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E75B9E-FB88-0FF1-CEAF-60F3FA4CA1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131BB7-3A81-A27A-A233-00E5FC0B5E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C92781-6725-5700-2573-3C1BF230E8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B69F9B-1CD2-166B-6940-4450E4F90C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03971E7-E034-7C49-B273-820F4273F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0C89F-9C74-4DC2-87F1-FA929AD682F0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F648E5D-5DF7-8CDC-9697-8B1B892C8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583AD6-1972-5D70-1F4B-101C1990A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A0EF4-623E-4232-A538-AA0C2EA3F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4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05111-E4BE-8867-F2F0-BA706F167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75E0F2-2228-D048-331E-C02153478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0C89F-9C74-4DC2-87F1-FA929AD682F0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DC78E7-7666-7628-F17B-0CE1EFBA9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124E48-5CAA-AF95-879E-C1FC86DDD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A0EF4-623E-4232-A538-AA0C2EA3F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096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2B61BF-B981-6A33-716B-2BC8F47E2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0C89F-9C74-4DC2-87F1-FA929AD682F0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431D08A-C607-6FD6-59A9-47444FF77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0A346F-4892-24B5-5D5A-7F4EC13A1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A0EF4-623E-4232-A538-AA0C2EA3F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2996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0C3F5-51F9-A0FA-DC05-CD1247CE3A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02C1BD-B4E8-9243-0A77-902846FA30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A362CE-E255-C23B-AABF-36A5C6BD67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AB490A-41A4-93B2-3EE8-62DF6A6F6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0C89F-9C74-4DC2-87F1-FA929AD682F0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C1C394-9A74-9ABB-F331-CAE2A0F3D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A96B4A-66EF-A7F1-50C6-69202C58B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A0EF4-623E-4232-A538-AA0C2EA3F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1347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B3FCFC-EDC1-7DD0-98EC-C658F3554E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840A8FC-4AF5-1270-A392-3143597C87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B2BEED-7196-1896-62CC-7DBF12882C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64E81C-037C-E43D-285C-F275291AA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0C89F-9C74-4DC2-87F1-FA929AD682F0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DA6B62-58FA-3F22-A3F7-B0B03BC7F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1AFAC8-7DF0-2CED-D3C3-F8DFFECBD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A0EF4-623E-4232-A538-AA0C2EA3F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6997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222DB-5683-49F1-A586-138E88540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0B6C0D-DEA6-B857-AC96-04AAA1C980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F0546E-49A7-605E-95F8-A5831142D4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0C89F-9C74-4DC2-87F1-FA929AD682F0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448EAD-A18E-35D2-F64A-7F6165527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C9B70E-B4E3-7E85-7F66-1807789CB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A0EF4-623E-4232-A538-AA0C2EA3F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1224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3262260-873B-C43D-510D-5BA04E831F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D16686-CF0D-F3E7-02F6-EB25BCFC72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2985A3-1C2F-D6AB-3958-0994FB4D9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0C89F-9C74-4DC2-87F1-FA929AD682F0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33C615-331F-8BB2-0699-3B56EDAA8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A7B956-57DB-5190-1C45-151B234A1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A0EF4-623E-4232-A538-AA0C2EA3F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558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3643B69-AA85-3C91-232C-FD3E8EE11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8E402E-424C-D41C-25FF-9C39089B52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554907-E56D-5728-4C60-569C0E9492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B0C89F-9C74-4DC2-87F1-FA929AD682F0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9E7236-109B-6B29-369D-32C0DC78D3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3220D8-0220-D73B-B4B7-6697F2812D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DA0EF4-623E-4232-A538-AA0C2EA3F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6702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9F827EA0-6A6E-CA9B-2881-5D99E066F71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88355700"/>
              </p:ext>
            </p:extLst>
          </p:nvPr>
        </p:nvGraphicFramePr>
        <p:xfrm>
          <a:off x="185341" y="641480"/>
          <a:ext cx="5605601" cy="26259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71ED0CE0-5E1A-FBD5-7D23-CFE9FB584E8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5068862"/>
              </p:ext>
            </p:extLst>
          </p:nvPr>
        </p:nvGraphicFramePr>
        <p:xfrm>
          <a:off x="6348298" y="726130"/>
          <a:ext cx="5605601" cy="26259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04B9314E-D8FD-A539-EFB5-5B9D87BAD4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997" y="4359823"/>
            <a:ext cx="4946293" cy="224857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BC718D2-F152-BFCA-6D5F-B20AF0B90686}"/>
              </a:ext>
            </a:extLst>
          </p:cNvPr>
          <p:cNvSpPr txBox="1"/>
          <p:nvPr/>
        </p:nvSpPr>
        <p:spPr>
          <a:xfrm>
            <a:off x="4888328" y="139508"/>
            <a:ext cx="22273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b="1" dirty="0"/>
              <a:t>Daily Average Price </a:t>
            </a:r>
            <a:endParaRPr lang="en-US" b="1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810D602-8B79-6BC0-3499-9CE8FF0AAB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0208" y="4359823"/>
            <a:ext cx="4599594" cy="224857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BB229A1-D1AC-90B9-D244-2A542CB166D1}"/>
              </a:ext>
            </a:extLst>
          </p:cNvPr>
          <p:cNvSpPr txBox="1"/>
          <p:nvPr/>
        </p:nvSpPr>
        <p:spPr>
          <a:xfrm>
            <a:off x="5055869" y="3505881"/>
            <a:ext cx="14701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b="1" u="sng" dirty="0"/>
              <a:t>Important Context</a:t>
            </a:r>
            <a:endParaRPr lang="en-US" sz="1200" b="1" u="sng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FF205C6-27F2-C50C-AC2F-0DCB148C554E}"/>
              </a:ext>
            </a:extLst>
          </p:cNvPr>
          <p:cNvSpPr txBox="1"/>
          <p:nvPr/>
        </p:nvSpPr>
        <p:spPr>
          <a:xfrm>
            <a:off x="514997" y="3919624"/>
            <a:ext cx="401667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GB" sz="1200" dirty="0"/>
              <a:t>Explosion of Gas Prices due to the Russian-Ukraine war</a:t>
            </a:r>
            <a:endParaRPr lang="en-US" sz="12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08B7E33-0ABD-E096-CC88-8A7C2A3E63C8}"/>
              </a:ext>
            </a:extLst>
          </p:cNvPr>
          <p:cNvSpPr txBox="1"/>
          <p:nvPr/>
        </p:nvSpPr>
        <p:spPr>
          <a:xfrm>
            <a:off x="6348298" y="3831185"/>
            <a:ext cx="54982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EU ETS Prices surged from 2021 and remain high due to stricter climate regulations, strong corporate demand,  and tightening supply of certificates.</a:t>
            </a:r>
          </a:p>
        </p:txBody>
      </p:sp>
    </p:spTree>
    <p:extLst>
      <p:ext uri="{BB962C8B-B14F-4D97-AF65-F5344CB8AC3E}">
        <p14:creationId xmlns:p14="http://schemas.microsoft.com/office/powerpoint/2010/main" val="13896474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3F78576A-4E8B-F3AD-3C03-07F505D4AF7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70485232"/>
              </p:ext>
            </p:extLst>
          </p:nvPr>
        </p:nvGraphicFramePr>
        <p:xfrm>
          <a:off x="144377" y="278729"/>
          <a:ext cx="4634099" cy="29156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3CDF4330-0915-BD8D-1203-CEE32D54F06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55237399"/>
              </p:ext>
            </p:extLst>
          </p:nvPr>
        </p:nvGraphicFramePr>
        <p:xfrm>
          <a:off x="144377" y="3545309"/>
          <a:ext cx="5390147" cy="30339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9139931F-2072-F9B3-B74C-3F13DCAF573E}"/>
              </a:ext>
            </a:extLst>
          </p:cNvPr>
          <p:cNvSpPr txBox="1"/>
          <p:nvPr/>
        </p:nvSpPr>
        <p:spPr>
          <a:xfrm>
            <a:off x="5339961" y="1044057"/>
            <a:ext cx="644891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Electricity averaged around 40 €/MWh as gas and CO₂ prices were moderate and renewable output high.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Strong wind generation, especially in winter months, reduced reliance on fossil plants and therefore kept marginal costs down.</a:t>
            </a:r>
          </a:p>
          <a:p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Negative prices appeared when wind generation exceeded demand during off-peak hours.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8F2003-1EE8-9F87-CD1F-3A052ACC4B16}"/>
              </a:ext>
            </a:extLst>
          </p:cNvPr>
          <p:cNvSpPr txBox="1"/>
          <p:nvPr/>
        </p:nvSpPr>
        <p:spPr>
          <a:xfrm>
            <a:off x="5339961" y="4525132"/>
            <a:ext cx="666034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endParaRPr lang="en-GB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COVID-19 lockdowns slashed industrial demand across Europe, pushing prices down.</a:t>
            </a:r>
          </a:p>
          <a:p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Gas and CO₂ prices dropped sharply due to reduced global energy consumption.</a:t>
            </a:r>
          </a:p>
          <a:p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Increased renewable generation met lower demand, further suppressing prices.</a:t>
            </a:r>
          </a:p>
          <a:p>
            <a:endParaRPr lang="en-US" sz="1200" dirty="0"/>
          </a:p>
          <a:p>
            <a:pPr algn="l"/>
            <a:endParaRPr lang="en-US" sz="1200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4262646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3772C57B-DF80-AF54-A999-DECC15D93F4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3775663"/>
              </p:ext>
            </p:extLst>
          </p:nvPr>
        </p:nvGraphicFramePr>
        <p:xfrm>
          <a:off x="296780" y="77084"/>
          <a:ext cx="5013158" cy="30881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D106B62F-D09F-9D55-8BFD-0977B625626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0143402"/>
              </p:ext>
            </p:extLst>
          </p:nvPr>
        </p:nvGraphicFramePr>
        <p:xfrm>
          <a:off x="296780" y="3327853"/>
          <a:ext cx="5528628" cy="34330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EF313408-9F0A-3F27-14EB-742AD5825AA2}"/>
              </a:ext>
            </a:extLst>
          </p:cNvPr>
          <p:cNvSpPr txBox="1"/>
          <p:nvPr/>
        </p:nvSpPr>
        <p:spPr>
          <a:xfrm>
            <a:off x="5946704" y="721868"/>
            <a:ext cx="614045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Economic recovery after COVID-19 sharply increased electricity and gas demand.</a:t>
            </a:r>
          </a:p>
          <a:p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Gas and CO₂ emission allowance prices surged, raising marginal generation costs.</a:t>
            </a:r>
          </a:p>
          <a:p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2021 was a particularly weak year for wind output – forcing higher fossil generation, which further increased marginal generation costs.</a:t>
            </a:r>
          </a:p>
          <a:p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The 2020-2021 winter was unusually cold across Europe, which drew down storage levels.</a:t>
            </a:r>
          </a:p>
          <a:p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Furthermore Gazprom (Russia’s main exporter) sent less gas to Europe in 2021, both through spot markets and via long-term contracts. Some analysts saw this as pressure related to Nord Stream 2 certification delays.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en-US" sz="1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076DAD-DF0A-7D6D-7C4F-E3FF14327BCC}"/>
              </a:ext>
            </a:extLst>
          </p:cNvPr>
          <p:cNvSpPr txBox="1"/>
          <p:nvPr/>
        </p:nvSpPr>
        <p:spPr>
          <a:xfrm>
            <a:off x="5946704" y="4566472"/>
            <a:ext cx="614045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Russia’s invasion of Ukraine triggered an unprecedented energy crisis. Gas supply cuts  from Russia caused extreme price spikes and volatility across Europe.</a:t>
            </a:r>
          </a:p>
          <a:p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Substitution with coal and oil increased marginal costs further due to expensive CO₂ certificates. (see Co2-Certificate Chart on Slide 1)</a:t>
            </a:r>
          </a:p>
          <a:p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Governments introduced emergency market interventions and subsidies late in the year, partially stabilizing prices.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9109296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3FD4221E-DCD1-2ACC-EF2C-A2E5DD87EE2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2136751"/>
              </p:ext>
            </p:extLst>
          </p:nvPr>
        </p:nvGraphicFramePr>
        <p:xfrm>
          <a:off x="452285" y="3619938"/>
          <a:ext cx="5034116" cy="28451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7E03434A-4170-0A48-47EB-66F19C95C64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16350778"/>
              </p:ext>
            </p:extLst>
          </p:nvPr>
        </p:nvGraphicFramePr>
        <p:xfrm>
          <a:off x="452285" y="392888"/>
          <a:ext cx="4906296" cy="30361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F2F82F18-07F4-3A33-C771-C9BCAEBCBD2A}"/>
              </a:ext>
            </a:extLst>
          </p:cNvPr>
          <p:cNvSpPr txBox="1"/>
          <p:nvPr/>
        </p:nvSpPr>
        <p:spPr>
          <a:xfrm>
            <a:off x="5879690" y="1235259"/>
            <a:ext cx="620644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Prices began to decline as Europe adapted—filled gas storages, diversified LNG imports, and cut demand.</a:t>
            </a:r>
          </a:p>
          <a:p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Strong wind and solar output lowered prices during renewable peaks.</a:t>
            </a:r>
          </a:p>
          <a:p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Mild 2023-2024 winter reduced heating demand and eased pressure on supply.</a:t>
            </a:r>
          </a:p>
          <a:p>
            <a:endParaRPr lang="en-US" sz="1200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en-US" sz="1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96D0A3-6FCC-2483-9F90-D5F2474B4E3B}"/>
              </a:ext>
            </a:extLst>
          </p:cNvPr>
          <p:cNvSpPr txBox="1"/>
          <p:nvPr/>
        </p:nvSpPr>
        <p:spPr>
          <a:xfrm>
            <a:off x="5879690" y="4159372"/>
            <a:ext cx="596818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Market normalization continued, but </a:t>
            </a:r>
            <a:r>
              <a:rPr lang="en-US" sz="1200"/>
              <a:t>levels still remained </a:t>
            </a:r>
            <a:r>
              <a:rPr lang="en-US" sz="1200" dirty="0"/>
              <a:t>higher than in 2019.</a:t>
            </a:r>
          </a:p>
          <a:p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Europe still depends on gas-fired plants for marginal pricing, and gas prices have not returned to pre-crisis lows.</a:t>
            </a:r>
          </a:p>
          <a:p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Higher carbon prices and ongoing geopolitical risks keep upward pressure on overall energy costs.</a:t>
            </a:r>
          </a:p>
          <a:p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Grid congestion and renewable curtailment limit the full benefit of cheap renewable generation.</a:t>
            </a:r>
          </a:p>
        </p:txBody>
      </p:sp>
    </p:spTree>
    <p:extLst>
      <p:ext uri="{BB962C8B-B14F-4D97-AF65-F5344CB8AC3E}">
        <p14:creationId xmlns:p14="http://schemas.microsoft.com/office/powerpoint/2010/main" val="1617793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162</TotalTime>
  <Words>458</Words>
  <Application>Microsoft Office PowerPoint</Application>
  <PresentationFormat>Widescreen</PresentationFormat>
  <Paragraphs>50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Tamim Jaouni</dc:creator>
  <cp:lastModifiedBy>Tamim Jaouni</cp:lastModifiedBy>
  <cp:revision>1</cp:revision>
  <dcterms:created xsi:type="dcterms:W3CDTF">2025-11-07T09:37:49Z</dcterms:created>
  <dcterms:modified xsi:type="dcterms:W3CDTF">2025-11-10T08:03:51Z</dcterms:modified>
</cp:coreProperties>
</file>