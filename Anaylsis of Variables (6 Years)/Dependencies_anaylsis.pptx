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8A62A6-EEDE-42BB-ABC9-62A0F37E6D3A}" v="1859" dt="2025-11-29T17:54:45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im Jaouni" userId="5a1e722342cbadd1" providerId="LiveId" clId="{8276BCC8-02B6-48C6-8F25-7073731F431B}"/>
    <pc:docChg chg="undo custSel addSld delSld modSld sldOrd">
      <pc:chgData name="Tamim Jaouni" userId="5a1e722342cbadd1" providerId="LiveId" clId="{8276BCC8-02B6-48C6-8F25-7073731F431B}" dt="2025-11-29T17:55:00.251" v="11193" actId="21"/>
      <pc:docMkLst>
        <pc:docMk/>
      </pc:docMkLst>
      <pc:sldChg chg="addSp delSp modSp mod setBg">
        <pc:chgData name="Tamim Jaouni" userId="5a1e722342cbadd1" providerId="LiveId" clId="{8276BCC8-02B6-48C6-8F25-7073731F431B}" dt="2025-11-18T09:58:18.078" v="11123"/>
        <pc:sldMkLst>
          <pc:docMk/>
          <pc:sldMk cId="2887380024" sldId="256"/>
        </pc:sldMkLst>
        <pc:spChg chg="add mod">
          <ac:chgData name="Tamim Jaouni" userId="5a1e722342cbadd1" providerId="LiveId" clId="{8276BCC8-02B6-48C6-8F25-7073731F431B}" dt="2025-11-18T09:53:35.372" v="10960" actId="1076"/>
          <ac:spMkLst>
            <pc:docMk/>
            <pc:sldMk cId="2887380024" sldId="256"/>
            <ac:spMk id="4" creationId="{9AB85A0C-4C78-B420-437F-913DB901FC12}"/>
          </ac:spMkLst>
        </pc:spChg>
        <pc:graphicFrameChg chg="add mod">
          <ac:chgData name="Tamim Jaouni" userId="5a1e722342cbadd1" providerId="LiveId" clId="{8276BCC8-02B6-48C6-8F25-7073731F431B}" dt="2025-11-18T09:53:48.435" v="10997" actId="20577"/>
          <ac:graphicFrameMkLst>
            <pc:docMk/>
            <pc:sldMk cId="2887380024" sldId="256"/>
            <ac:graphicFrameMk id="3" creationId="{02141224-13EB-185D-AF9C-FC7141236C4C}"/>
          </ac:graphicFrameMkLst>
        </pc:graphicFrameChg>
      </pc:sldChg>
      <pc:sldChg chg="addSp delSp modSp new mod">
        <pc:chgData name="Tamim Jaouni" userId="5a1e722342cbadd1" providerId="LiveId" clId="{8276BCC8-02B6-48C6-8F25-7073731F431B}" dt="2025-11-29T17:54:27.382" v="11186" actId="1076"/>
        <pc:sldMkLst>
          <pc:docMk/>
          <pc:sldMk cId="1891198662" sldId="257"/>
        </pc:sldMkLst>
        <pc:spChg chg="add mod">
          <ac:chgData name="Tamim Jaouni" userId="5a1e722342cbadd1" providerId="LiveId" clId="{8276BCC8-02B6-48C6-8F25-7073731F431B}" dt="2025-11-29T17:54:27.382" v="11186" actId="1076"/>
          <ac:spMkLst>
            <pc:docMk/>
            <pc:sldMk cId="1891198662" sldId="257"/>
            <ac:spMk id="3" creationId="{79C77A49-C6F5-0B6E-E6BD-B84B7A9EAD81}"/>
          </ac:spMkLst>
        </pc:spChg>
        <pc:spChg chg="add mod">
          <ac:chgData name="Tamim Jaouni" userId="5a1e722342cbadd1" providerId="LiveId" clId="{8276BCC8-02B6-48C6-8F25-7073731F431B}" dt="2025-11-29T17:54:25.779" v="11185" actId="1076"/>
          <ac:spMkLst>
            <pc:docMk/>
            <pc:sldMk cId="1891198662" sldId="257"/>
            <ac:spMk id="10" creationId="{A52D9570-0291-5E80-64D8-C3D96CFE8D9E}"/>
          </ac:spMkLst>
        </pc:spChg>
        <pc:spChg chg="add mod">
          <ac:chgData name="Tamim Jaouni" userId="5a1e722342cbadd1" providerId="LiveId" clId="{8276BCC8-02B6-48C6-8F25-7073731F431B}" dt="2025-11-23T12:40:23.205" v="11157" actId="20577"/>
          <ac:spMkLst>
            <pc:docMk/>
            <pc:sldMk cId="1891198662" sldId="257"/>
            <ac:spMk id="15" creationId="{5C40D45A-50EE-99DD-2DFC-910A4123972F}"/>
          </ac:spMkLst>
        </pc:spChg>
        <pc:graphicFrameChg chg="add mod">
          <ac:chgData name="Tamim Jaouni" userId="5a1e722342cbadd1" providerId="LiveId" clId="{8276BCC8-02B6-48C6-8F25-7073731F431B}" dt="2025-11-19T08:33:51.750" v="11134" actId="20577"/>
          <ac:graphicFrameMkLst>
            <pc:docMk/>
            <pc:sldMk cId="1891198662" sldId="257"/>
            <ac:graphicFrameMk id="7" creationId="{749F75B3-0D08-561E-6F79-9CC92337FE57}"/>
          </ac:graphicFrameMkLst>
        </pc:graphicFrameChg>
        <pc:graphicFrameChg chg="add del mod">
          <ac:chgData name="Tamim Jaouni" userId="5a1e722342cbadd1" providerId="LiveId" clId="{8276BCC8-02B6-48C6-8F25-7073731F431B}" dt="2025-11-19T08:33:49.460" v="11130" actId="20577"/>
          <ac:graphicFrameMkLst>
            <pc:docMk/>
            <pc:sldMk cId="1891198662" sldId="257"/>
            <ac:graphicFrameMk id="9" creationId="{79C6686B-7672-4703-9B33-189EAFBDD839}"/>
          </ac:graphicFrameMkLst>
        </pc:graphicFrameChg>
      </pc:sldChg>
      <pc:sldChg chg="addSp delSp modSp new mod">
        <pc:chgData name="Tamim Jaouni" userId="5a1e722342cbadd1" providerId="LiveId" clId="{8276BCC8-02B6-48C6-8F25-7073731F431B}" dt="2025-11-23T12:40:48.095" v="11183" actId="1076"/>
        <pc:sldMkLst>
          <pc:docMk/>
          <pc:sldMk cId="932228" sldId="259"/>
        </pc:sldMkLst>
        <pc:spChg chg="add mod">
          <ac:chgData name="Tamim Jaouni" userId="5a1e722342cbadd1" providerId="LiveId" clId="{8276BCC8-02B6-48C6-8F25-7073731F431B}" dt="2025-11-15T08:57:56.912" v="8201" actId="1076"/>
          <ac:spMkLst>
            <pc:docMk/>
            <pc:sldMk cId="932228" sldId="259"/>
            <ac:spMk id="2" creationId="{688CE618-B659-2DCB-C630-3594BA47C5CF}"/>
          </ac:spMkLst>
        </pc:spChg>
        <pc:spChg chg="add mod">
          <ac:chgData name="Tamim Jaouni" userId="5a1e722342cbadd1" providerId="LiveId" clId="{8276BCC8-02B6-48C6-8F25-7073731F431B}" dt="2025-11-23T12:40:48.095" v="11183" actId="1076"/>
          <ac:spMkLst>
            <pc:docMk/>
            <pc:sldMk cId="932228" sldId="259"/>
            <ac:spMk id="6" creationId="{609E5889-AE19-C028-F44F-7E3CA813D891}"/>
          </ac:spMkLst>
        </pc:spChg>
        <pc:spChg chg="add mod">
          <ac:chgData name="Tamim Jaouni" userId="5a1e722342cbadd1" providerId="LiveId" clId="{8276BCC8-02B6-48C6-8F25-7073731F431B}" dt="2025-11-15T08:57:56.912" v="8201" actId="1076"/>
          <ac:spMkLst>
            <pc:docMk/>
            <pc:sldMk cId="932228" sldId="259"/>
            <ac:spMk id="10" creationId="{AF69ED47-A4C0-D906-7AFB-9CD611457F9D}"/>
          </ac:spMkLst>
        </pc:spChg>
        <pc:spChg chg="add mod">
          <ac:chgData name="Tamim Jaouni" userId="5a1e722342cbadd1" providerId="LiveId" clId="{8276BCC8-02B6-48C6-8F25-7073731F431B}" dt="2025-11-15T08:58:03.163" v="8203" actId="1076"/>
          <ac:spMkLst>
            <pc:docMk/>
            <pc:sldMk cId="932228" sldId="259"/>
            <ac:spMk id="11" creationId="{4CBAE0E8-AEB3-7C39-8216-CA6A19DDF042}"/>
          </ac:spMkLst>
        </pc:spChg>
        <pc:graphicFrameChg chg="add mod">
          <ac:chgData name="Tamim Jaouni" userId="5a1e722342cbadd1" providerId="LiveId" clId="{8276BCC8-02B6-48C6-8F25-7073731F431B}" dt="2025-11-19T08:34:01.766" v="11146" actId="20577"/>
          <ac:graphicFrameMkLst>
            <pc:docMk/>
            <pc:sldMk cId="932228" sldId="259"/>
            <ac:graphicFrameMk id="4" creationId="{634A856C-FC66-48D3-84AE-2D39A596DA29}"/>
          </ac:graphicFrameMkLst>
        </pc:graphicFrameChg>
        <pc:graphicFrameChg chg="add mod">
          <ac:chgData name="Tamim Jaouni" userId="5a1e722342cbadd1" providerId="LiveId" clId="{8276BCC8-02B6-48C6-8F25-7073731F431B}" dt="2025-11-15T08:57:56.912" v="8201" actId="1076"/>
          <ac:graphicFrameMkLst>
            <pc:docMk/>
            <pc:sldMk cId="932228" sldId="259"/>
            <ac:graphicFrameMk id="9" creationId="{B97C19DF-A209-4FC1-2BA5-530CF6735AFD}"/>
          </ac:graphicFrameMkLst>
        </pc:graphicFrameChg>
      </pc:sldChg>
      <pc:sldChg chg="addSp delSp modSp new mod">
        <pc:chgData name="Tamim Jaouni" userId="5a1e722342cbadd1" providerId="LiveId" clId="{8276BCC8-02B6-48C6-8F25-7073731F431B}" dt="2025-11-29T17:55:00.251" v="11193" actId="21"/>
        <pc:sldMkLst>
          <pc:docMk/>
          <pc:sldMk cId="3555705005" sldId="260"/>
        </pc:sldMkLst>
        <pc:spChg chg="add mod">
          <ac:chgData name="Tamim Jaouni" userId="5a1e722342cbadd1" providerId="LiveId" clId="{8276BCC8-02B6-48C6-8F25-7073731F431B}" dt="2025-11-18T09:56:40.904" v="11114" actId="1076"/>
          <ac:spMkLst>
            <pc:docMk/>
            <pc:sldMk cId="3555705005" sldId="260"/>
            <ac:spMk id="2" creationId="{3FA90808-1CD6-0AC3-BACD-82B032FFC28D}"/>
          </ac:spMkLst>
        </pc:spChg>
        <pc:spChg chg="add mod">
          <ac:chgData name="Tamim Jaouni" userId="5a1e722342cbadd1" providerId="LiveId" clId="{8276BCC8-02B6-48C6-8F25-7073731F431B}" dt="2025-11-29T17:54:11.498" v="11184" actId="5793"/>
          <ac:spMkLst>
            <pc:docMk/>
            <pc:sldMk cId="3555705005" sldId="260"/>
            <ac:spMk id="3" creationId="{79FED68D-39F2-2DF6-36AD-761153FA0457}"/>
          </ac:spMkLst>
        </pc:spChg>
        <pc:spChg chg="add mod">
          <ac:chgData name="Tamim Jaouni" userId="5a1e722342cbadd1" providerId="LiveId" clId="{8276BCC8-02B6-48C6-8F25-7073731F431B}" dt="2025-11-18T09:56:24.539" v="11106" actId="1076"/>
          <ac:spMkLst>
            <pc:docMk/>
            <pc:sldMk cId="3555705005" sldId="260"/>
            <ac:spMk id="5" creationId="{22BE0C91-FB20-21B7-A298-8C50D0CE35E4}"/>
          </ac:spMkLst>
        </pc:spChg>
        <pc:spChg chg="add mod">
          <ac:chgData name="Tamim Jaouni" userId="5a1e722342cbadd1" providerId="LiveId" clId="{8276BCC8-02B6-48C6-8F25-7073731F431B}" dt="2025-11-18T09:56:17.984" v="11104" actId="1076"/>
          <ac:spMkLst>
            <pc:docMk/>
            <pc:sldMk cId="3555705005" sldId="260"/>
            <ac:spMk id="6" creationId="{A1470548-F4AF-136C-B84E-4F972B36BB98}"/>
          </ac:spMkLst>
        </pc:spChg>
        <pc:spChg chg="add del">
          <ac:chgData name="Tamim Jaouni" userId="5a1e722342cbadd1" providerId="LiveId" clId="{8276BCC8-02B6-48C6-8F25-7073731F431B}" dt="2025-11-29T17:55:00.251" v="11193" actId="21"/>
          <ac:spMkLst>
            <pc:docMk/>
            <pc:sldMk cId="3555705005" sldId="260"/>
            <ac:spMk id="9" creationId="{FCA1C6BE-A1CC-EAC1-ACB2-3DF827BFDD80}"/>
          </ac:spMkLst>
        </pc:spChg>
        <pc:spChg chg="add mod">
          <ac:chgData name="Tamim Jaouni" userId="5a1e722342cbadd1" providerId="LiveId" clId="{8276BCC8-02B6-48C6-8F25-7073731F431B}" dt="2025-11-18T09:56:27.890" v="11108" actId="1076"/>
          <ac:spMkLst>
            <pc:docMk/>
            <pc:sldMk cId="3555705005" sldId="260"/>
            <ac:spMk id="14" creationId="{C90A0E7D-C32A-3D58-3FED-2799D656A32C}"/>
          </ac:spMkLst>
        </pc:spChg>
        <pc:graphicFrameChg chg="add mod">
          <ac:chgData name="Tamim Jaouni" userId="5a1e722342cbadd1" providerId="LiveId" clId="{8276BCC8-02B6-48C6-8F25-7073731F431B}" dt="2025-11-18T09:56:24.539" v="11106" actId="1076"/>
          <ac:graphicFrameMkLst>
            <pc:docMk/>
            <pc:sldMk cId="3555705005" sldId="260"/>
            <ac:graphicFrameMk id="4" creationId="{2D4E5354-2E3F-D402-D6B8-D34D3200CA8A}"/>
          </ac:graphicFrameMkLst>
        </pc:graphicFrameChg>
        <pc:graphicFrameChg chg="add mod">
          <ac:chgData name="Tamim Jaouni" userId="5a1e722342cbadd1" providerId="LiveId" clId="{8276BCC8-02B6-48C6-8F25-7073731F431B}" dt="2025-11-18T09:56:24.539" v="11106" actId="1076"/>
          <ac:graphicFrameMkLst>
            <pc:docMk/>
            <pc:sldMk cId="3555705005" sldId="260"/>
            <ac:graphicFrameMk id="8" creationId="{C0B6C136-498A-F0F3-7907-D65D4281B470}"/>
          </ac:graphicFrameMkLst>
        </pc:graphicFrameChg>
        <pc:graphicFrameChg chg="add mod">
          <ac:chgData name="Tamim Jaouni" userId="5a1e722342cbadd1" providerId="LiveId" clId="{8276BCC8-02B6-48C6-8F25-7073731F431B}" dt="2025-11-29T17:54:45.096" v="11191" actId="20577"/>
          <ac:graphicFrameMkLst>
            <pc:docMk/>
            <pc:sldMk cId="3555705005" sldId="260"/>
            <ac:graphicFrameMk id="10" creationId="{38D4EED7-31DE-E6DE-FA3A-75495EA0F8DB}"/>
          </ac:graphicFrameMkLst>
        </pc:graphicFrameChg>
        <pc:cxnChg chg="add mod">
          <ac:chgData name="Tamim Jaouni" userId="5a1e722342cbadd1" providerId="LiveId" clId="{8276BCC8-02B6-48C6-8F25-7073731F431B}" dt="2025-11-18T09:56:26.328" v="11107" actId="1076"/>
          <ac:cxnSpMkLst>
            <pc:docMk/>
            <pc:sldMk cId="3555705005" sldId="260"/>
            <ac:cxnSpMk id="11" creationId="{90C93EF4-15CC-1442-8DEA-8BF608882117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full_data_set_without_lags_cyclicalit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full_data_set_without_lags_cyclicalit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full_data_set_without_lags_cyclicalit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full_data_set_without_lags_cyclicality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full_data_set_without_lags_cyclicality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full_data_set_without_lags_cyclicality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full_data_set_without_lags_cyclicality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full_data_set_without_lags_cyclicality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 dirty="0">
                <a:solidFill>
                  <a:schemeClr val="tx1"/>
                </a:solidFill>
              </a:rPr>
              <a:t>General Behaviour</a:t>
            </a:r>
            <a:r>
              <a:rPr lang="en-GB" b="1" baseline="0" dirty="0">
                <a:solidFill>
                  <a:schemeClr val="tx1"/>
                </a:solidFill>
              </a:rPr>
              <a:t> of Input &amp; Output variables</a:t>
            </a:r>
            <a:endParaRPr lang="en-US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7433037080855441E-2"/>
          <c:y val="7.8871332627866497E-2"/>
          <c:w val="0.90774597850873651"/>
          <c:h val="0.71829623986693403"/>
        </c:manualLayout>
      </c:layout>
      <c:areaChart>
        <c:grouping val="stacked"/>
        <c:varyColors val="0"/>
        <c:ser>
          <c:idx val="0"/>
          <c:order val="0"/>
          <c:tx>
            <c:strRef>
              <c:f>'Behaviour of Inputs vs Outputs'!$I$3</c:f>
              <c:strCache>
                <c:ptCount val="1"/>
                <c:pt idx="0">
                  <c:v>Average of Wind Onshore Forecast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'Behaviour of Inputs vs Outputs'!$H$4:$H$369</c:f>
              <c:numCache>
                <c:formatCode>dd\.mm\.yy;@</c:formatCode>
                <c:ptCount val="366"/>
                <c:pt idx="0">
                  <c:v>45292</c:v>
                </c:pt>
                <c:pt idx="1">
                  <c:v>45293</c:v>
                </c:pt>
                <c:pt idx="2">
                  <c:v>45294</c:v>
                </c:pt>
                <c:pt idx="3">
                  <c:v>45295</c:v>
                </c:pt>
                <c:pt idx="4">
                  <c:v>45296</c:v>
                </c:pt>
                <c:pt idx="5">
                  <c:v>45297</c:v>
                </c:pt>
                <c:pt idx="6">
                  <c:v>45298</c:v>
                </c:pt>
                <c:pt idx="7">
                  <c:v>45299</c:v>
                </c:pt>
                <c:pt idx="8">
                  <c:v>45300</c:v>
                </c:pt>
                <c:pt idx="9">
                  <c:v>45301</c:v>
                </c:pt>
                <c:pt idx="10">
                  <c:v>45302</c:v>
                </c:pt>
                <c:pt idx="11">
                  <c:v>45303</c:v>
                </c:pt>
                <c:pt idx="12">
                  <c:v>45304</c:v>
                </c:pt>
                <c:pt idx="13">
                  <c:v>45305</c:v>
                </c:pt>
                <c:pt idx="14">
                  <c:v>45306</c:v>
                </c:pt>
                <c:pt idx="15">
                  <c:v>45307</c:v>
                </c:pt>
                <c:pt idx="16">
                  <c:v>45308</c:v>
                </c:pt>
                <c:pt idx="17">
                  <c:v>45309</c:v>
                </c:pt>
                <c:pt idx="18">
                  <c:v>45310</c:v>
                </c:pt>
                <c:pt idx="19">
                  <c:v>45311</c:v>
                </c:pt>
                <c:pt idx="20">
                  <c:v>45312</c:v>
                </c:pt>
                <c:pt idx="21">
                  <c:v>45313</c:v>
                </c:pt>
                <c:pt idx="22">
                  <c:v>45314</c:v>
                </c:pt>
                <c:pt idx="23">
                  <c:v>45315</c:v>
                </c:pt>
                <c:pt idx="24">
                  <c:v>45316</c:v>
                </c:pt>
                <c:pt idx="25">
                  <c:v>45317</c:v>
                </c:pt>
                <c:pt idx="26">
                  <c:v>45318</c:v>
                </c:pt>
                <c:pt idx="27">
                  <c:v>45319</c:v>
                </c:pt>
                <c:pt idx="28">
                  <c:v>45320</c:v>
                </c:pt>
                <c:pt idx="29">
                  <c:v>45321</c:v>
                </c:pt>
                <c:pt idx="30">
                  <c:v>45322</c:v>
                </c:pt>
              </c:numCache>
            </c:numRef>
          </c:cat>
          <c:val>
            <c:numRef>
              <c:f>'Behaviour of Inputs vs Outputs'!$I$4:$I$369</c:f>
              <c:numCache>
                <c:formatCode>General</c:formatCode>
                <c:ptCount val="366"/>
                <c:pt idx="0">
                  <c:v>28.071095833333342</c:v>
                </c:pt>
                <c:pt idx="1">
                  <c:v>27.836668750000001</c:v>
                </c:pt>
                <c:pt idx="2">
                  <c:v>11.982152083333334</c:v>
                </c:pt>
                <c:pt idx="3">
                  <c:v>15.162076041666667</c:v>
                </c:pt>
                <c:pt idx="4">
                  <c:v>16.500573958333327</c:v>
                </c:pt>
                <c:pt idx="5">
                  <c:v>8.2032656249999985</c:v>
                </c:pt>
                <c:pt idx="6">
                  <c:v>7.4987239583333309</c:v>
                </c:pt>
                <c:pt idx="7">
                  <c:v>3.0639687499999995</c:v>
                </c:pt>
                <c:pt idx="8">
                  <c:v>10.068356250000001</c:v>
                </c:pt>
                <c:pt idx="9">
                  <c:v>17.744612499999999</c:v>
                </c:pt>
                <c:pt idx="10">
                  <c:v>15.347117708333329</c:v>
                </c:pt>
                <c:pt idx="11">
                  <c:v>11.538770833333331</c:v>
                </c:pt>
                <c:pt idx="12">
                  <c:v>25.473679166666656</c:v>
                </c:pt>
                <c:pt idx="13">
                  <c:v>25.879678124999995</c:v>
                </c:pt>
                <c:pt idx="14">
                  <c:v>27.728922916666658</c:v>
                </c:pt>
                <c:pt idx="15">
                  <c:v>14.681353124999996</c:v>
                </c:pt>
                <c:pt idx="16">
                  <c:v>10.940397916666667</c:v>
                </c:pt>
                <c:pt idx="17">
                  <c:v>8.6183322916666683</c:v>
                </c:pt>
                <c:pt idx="18">
                  <c:v>22.131687500000005</c:v>
                </c:pt>
                <c:pt idx="19">
                  <c:v>23.557942708333325</c:v>
                </c:pt>
                <c:pt idx="20">
                  <c:v>31.600753125000004</c:v>
                </c:pt>
                <c:pt idx="21">
                  <c:v>41.930523958333353</c:v>
                </c:pt>
                <c:pt idx="22">
                  <c:v>37.030854166666671</c:v>
                </c:pt>
                <c:pt idx="23">
                  <c:v>43.814344791666663</c:v>
                </c:pt>
                <c:pt idx="24">
                  <c:v>22.327646875000006</c:v>
                </c:pt>
                <c:pt idx="25">
                  <c:v>29.647813541666675</c:v>
                </c:pt>
                <c:pt idx="26">
                  <c:v>17.693606250000002</c:v>
                </c:pt>
                <c:pt idx="27">
                  <c:v>13.486236458333334</c:v>
                </c:pt>
                <c:pt idx="28">
                  <c:v>13.492139583333337</c:v>
                </c:pt>
                <c:pt idx="29">
                  <c:v>16.812440625000015</c:v>
                </c:pt>
                <c:pt idx="30">
                  <c:v>19.000339583333332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E9-4F3E-93E4-4F0722734D85}"/>
            </c:ext>
          </c:extLst>
        </c:ser>
        <c:ser>
          <c:idx val="1"/>
          <c:order val="1"/>
          <c:tx>
            <c:strRef>
              <c:f>'Behaviour of Inputs vs Outputs'!$J$3</c:f>
              <c:strCache>
                <c:ptCount val="1"/>
                <c:pt idx="0">
                  <c:v>Average of Wind Offshore Forecast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'Behaviour of Inputs vs Outputs'!$H$4:$H$369</c:f>
              <c:numCache>
                <c:formatCode>dd\.mm\.yy;@</c:formatCode>
                <c:ptCount val="366"/>
                <c:pt idx="0">
                  <c:v>45292</c:v>
                </c:pt>
                <c:pt idx="1">
                  <c:v>45293</c:v>
                </c:pt>
                <c:pt idx="2">
                  <c:v>45294</c:v>
                </c:pt>
                <c:pt idx="3">
                  <c:v>45295</c:v>
                </c:pt>
                <c:pt idx="4">
                  <c:v>45296</c:v>
                </c:pt>
                <c:pt idx="5">
                  <c:v>45297</c:v>
                </c:pt>
                <c:pt idx="6">
                  <c:v>45298</c:v>
                </c:pt>
                <c:pt idx="7">
                  <c:v>45299</c:v>
                </c:pt>
                <c:pt idx="8">
                  <c:v>45300</c:v>
                </c:pt>
                <c:pt idx="9">
                  <c:v>45301</c:v>
                </c:pt>
                <c:pt idx="10">
                  <c:v>45302</c:v>
                </c:pt>
                <c:pt idx="11">
                  <c:v>45303</c:v>
                </c:pt>
                <c:pt idx="12">
                  <c:v>45304</c:v>
                </c:pt>
                <c:pt idx="13">
                  <c:v>45305</c:v>
                </c:pt>
                <c:pt idx="14">
                  <c:v>45306</c:v>
                </c:pt>
                <c:pt idx="15">
                  <c:v>45307</c:v>
                </c:pt>
                <c:pt idx="16">
                  <c:v>45308</c:v>
                </c:pt>
                <c:pt idx="17">
                  <c:v>45309</c:v>
                </c:pt>
                <c:pt idx="18">
                  <c:v>45310</c:v>
                </c:pt>
                <c:pt idx="19">
                  <c:v>45311</c:v>
                </c:pt>
                <c:pt idx="20">
                  <c:v>45312</c:v>
                </c:pt>
                <c:pt idx="21">
                  <c:v>45313</c:v>
                </c:pt>
                <c:pt idx="22">
                  <c:v>45314</c:v>
                </c:pt>
                <c:pt idx="23">
                  <c:v>45315</c:v>
                </c:pt>
                <c:pt idx="24">
                  <c:v>45316</c:v>
                </c:pt>
                <c:pt idx="25">
                  <c:v>45317</c:v>
                </c:pt>
                <c:pt idx="26">
                  <c:v>45318</c:v>
                </c:pt>
                <c:pt idx="27">
                  <c:v>45319</c:v>
                </c:pt>
                <c:pt idx="28">
                  <c:v>45320</c:v>
                </c:pt>
                <c:pt idx="29">
                  <c:v>45321</c:v>
                </c:pt>
                <c:pt idx="30">
                  <c:v>45322</c:v>
                </c:pt>
              </c:numCache>
            </c:numRef>
          </c:cat>
          <c:val>
            <c:numRef>
              <c:f>'Behaviour of Inputs vs Outputs'!$J$4:$J$369</c:f>
              <c:numCache>
                <c:formatCode>General</c:formatCode>
                <c:ptCount val="366"/>
                <c:pt idx="0">
                  <c:v>4.3683874999999999</c:v>
                </c:pt>
                <c:pt idx="1">
                  <c:v>5.0384760416666667</c:v>
                </c:pt>
                <c:pt idx="2">
                  <c:v>4.0401989583333329</c:v>
                </c:pt>
                <c:pt idx="3">
                  <c:v>2.0135479166666665</c:v>
                </c:pt>
                <c:pt idx="4">
                  <c:v>3.7624854166666677</c:v>
                </c:pt>
                <c:pt idx="5">
                  <c:v>3.7225374999999983</c:v>
                </c:pt>
                <c:pt idx="6">
                  <c:v>1.6816791666666666</c:v>
                </c:pt>
                <c:pt idx="7">
                  <c:v>0.48407708333333316</c:v>
                </c:pt>
                <c:pt idx="8">
                  <c:v>3.2035447916666668</c:v>
                </c:pt>
                <c:pt idx="9">
                  <c:v>5.3821291666666662</c:v>
                </c:pt>
                <c:pt idx="10">
                  <c:v>4.8959458333333323</c:v>
                </c:pt>
                <c:pt idx="11">
                  <c:v>3.2840843749999991</c:v>
                </c:pt>
                <c:pt idx="12">
                  <c:v>5.1632010416666683</c:v>
                </c:pt>
                <c:pt idx="13">
                  <c:v>5.4424916666666663</c:v>
                </c:pt>
                <c:pt idx="14">
                  <c:v>5.0666875000000013</c:v>
                </c:pt>
                <c:pt idx="15">
                  <c:v>3.8718583333333352</c:v>
                </c:pt>
                <c:pt idx="16">
                  <c:v>3.1671843749999988</c:v>
                </c:pt>
                <c:pt idx="17">
                  <c:v>3.0449114583333317</c:v>
                </c:pt>
                <c:pt idx="18">
                  <c:v>5.4583895833333367</c:v>
                </c:pt>
                <c:pt idx="19">
                  <c:v>5.4767395833333312</c:v>
                </c:pt>
                <c:pt idx="20">
                  <c:v>5.5731093750000005</c:v>
                </c:pt>
                <c:pt idx="21">
                  <c:v>4.2361968749999983</c:v>
                </c:pt>
                <c:pt idx="22">
                  <c:v>5.0766229166666683</c:v>
                </c:pt>
                <c:pt idx="23">
                  <c:v>4.13118125</c:v>
                </c:pt>
                <c:pt idx="24">
                  <c:v>3.4894687499999995</c:v>
                </c:pt>
                <c:pt idx="25">
                  <c:v>4.8089562500000023</c:v>
                </c:pt>
                <c:pt idx="26">
                  <c:v>4.8630208333333327</c:v>
                </c:pt>
                <c:pt idx="27">
                  <c:v>4.7115093750000003</c:v>
                </c:pt>
                <c:pt idx="28">
                  <c:v>3.1017177083333349</c:v>
                </c:pt>
                <c:pt idx="29">
                  <c:v>4.3459270833333337</c:v>
                </c:pt>
                <c:pt idx="30">
                  <c:v>5.1946114583333332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E9-4F3E-93E4-4F0722734D85}"/>
            </c:ext>
          </c:extLst>
        </c:ser>
        <c:ser>
          <c:idx val="2"/>
          <c:order val="2"/>
          <c:tx>
            <c:strRef>
              <c:f>'Behaviour of Inputs vs Outputs'!$K$3</c:f>
              <c:strCache>
                <c:ptCount val="1"/>
                <c:pt idx="0">
                  <c:v>Average of Solar Forecast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numRef>
              <c:f>'Behaviour of Inputs vs Outputs'!$H$4:$H$369</c:f>
              <c:numCache>
                <c:formatCode>dd\.mm\.yy;@</c:formatCode>
                <c:ptCount val="366"/>
                <c:pt idx="0">
                  <c:v>45292</c:v>
                </c:pt>
                <c:pt idx="1">
                  <c:v>45293</c:v>
                </c:pt>
                <c:pt idx="2">
                  <c:v>45294</c:v>
                </c:pt>
                <c:pt idx="3">
                  <c:v>45295</c:v>
                </c:pt>
                <c:pt idx="4">
                  <c:v>45296</c:v>
                </c:pt>
                <c:pt idx="5">
                  <c:v>45297</c:v>
                </c:pt>
                <c:pt idx="6">
                  <c:v>45298</c:v>
                </c:pt>
                <c:pt idx="7">
                  <c:v>45299</c:v>
                </c:pt>
                <c:pt idx="8">
                  <c:v>45300</c:v>
                </c:pt>
                <c:pt idx="9">
                  <c:v>45301</c:v>
                </c:pt>
                <c:pt idx="10">
                  <c:v>45302</c:v>
                </c:pt>
                <c:pt idx="11">
                  <c:v>45303</c:v>
                </c:pt>
                <c:pt idx="12">
                  <c:v>45304</c:v>
                </c:pt>
                <c:pt idx="13">
                  <c:v>45305</c:v>
                </c:pt>
                <c:pt idx="14">
                  <c:v>45306</c:v>
                </c:pt>
                <c:pt idx="15">
                  <c:v>45307</c:v>
                </c:pt>
                <c:pt idx="16">
                  <c:v>45308</c:v>
                </c:pt>
                <c:pt idx="17">
                  <c:v>45309</c:v>
                </c:pt>
                <c:pt idx="18">
                  <c:v>45310</c:v>
                </c:pt>
                <c:pt idx="19">
                  <c:v>45311</c:v>
                </c:pt>
                <c:pt idx="20">
                  <c:v>45312</c:v>
                </c:pt>
                <c:pt idx="21">
                  <c:v>45313</c:v>
                </c:pt>
                <c:pt idx="22">
                  <c:v>45314</c:v>
                </c:pt>
                <c:pt idx="23">
                  <c:v>45315</c:v>
                </c:pt>
                <c:pt idx="24">
                  <c:v>45316</c:v>
                </c:pt>
                <c:pt idx="25">
                  <c:v>45317</c:v>
                </c:pt>
                <c:pt idx="26">
                  <c:v>45318</c:v>
                </c:pt>
                <c:pt idx="27">
                  <c:v>45319</c:v>
                </c:pt>
                <c:pt idx="28">
                  <c:v>45320</c:v>
                </c:pt>
                <c:pt idx="29">
                  <c:v>45321</c:v>
                </c:pt>
                <c:pt idx="30">
                  <c:v>45322</c:v>
                </c:pt>
              </c:numCache>
            </c:numRef>
          </c:cat>
          <c:val>
            <c:numRef>
              <c:f>'Behaviour of Inputs vs Outputs'!$K$4:$K$369</c:f>
              <c:numCache>
                <c:formatCode>General</c:formatCode>
                <c:ptCount val="366"/>
                <c:pt idx="0">
                  <c:v>1.6684937500000003</c:v>
                </c:pt>
                <c:pt idx="1">
                  <c:v>2.7441104166666679</c:v>
                </c:pt>
                <c:pt idx="2">
                  <c:v>4.9515541666666651</c:v>
                </c:pt>
                <c:pt idx="3">
                  <c:v>4.3682031250000009</c:v>
                </c:pt>
                <c:pt idx="4">
                  <c:v>14.475572916666669</c:v>
                </c:pt>
                <c:pt idx="5">
                  <c:v>7.4108458333333322</c:v>
                </c:pt>
                <c:pt idx="6">
                  <c:v>9.9474218749999981</c:v>
                </c:pt>
                <c:pt idx="7">
                  <c:v>11.702336458333333</c:v>
                </c:pt>
                <c:pt idx="8">
                  <c:v>13.442637499999998</c:v>
                </c:pt>
                <c:pt idx="9">
                  <c:v>5.0902416666666674</c:v>
                </c:pt>
                <c:pt idx="10">
                  <c:v>3.3524666666666678</c:v>
                </c:pt>
                <c:pt idx="11">
                  <c:v>3.6828177083333324</c:v>
                </c:pt>
                <c:pt idx="12">
                  <c:v>1.2059729166666666</c:v>
                </c:pt>
                <c:pt idx="13">
                  <c:v>1.5791249999999999</c:v>
                </c:pt>
                <c:pt idx="14">
                  <c:v>1.1772041666666666</c:v>
                </c:pt>
                <c:pt idx="15">
                  <c:v>1.5312312499999998</c:v>
                </c:pt>
                <c:pt idx="16">
                  <c:v>0.61713750000000001</c:v>
                </c:pt>
                <c:pt idx="17">
                  <c:v>1.2523229166666667</c:v>
                </c:pt>
                <c:pt idx="18">
                  <c:v>2.1792906250000001</c:v>
                </c:pt>
                <c:pt idx="19">
                  <c:v>2.7606989583333337</c:v>
                </c:pt>
                <c:pt idx="20">
                  <c:v>1.9150427083333337</c:v>
                </c:pt>
                <c:pt idx="21">
                  <c:v>0.79914062500000016</c:v>
                </c:pt>
                <c:pt idx="22">
                  <c:v>2.2232083333333339</c:v>
                </c:pt>
                <c:pt idx="23">
                  <c:v>1.596933333333334</c:v>
                </c:pt>
                <c:pt idx="24">
                  <c:v>1.6574989583333328</c:v>
                </c:pt>
                <c:pt idx="25">
                  <c:v>1.0231895833333331</c:v>
                </c:pt>
                <c:pt idx="26">
                  <c:v>4.0312114583333338</c:v>
                </c:pt>
                <c:pt idx="27">
                  <c:v>5.0977552083333322</c:v>
                </c:pt>
                <c:pt idx="28">
                  <c:v>4.650393750000001</c:v>
                </c:pt>
                <c:pt idx="29">
                  <c:v>3.1672729166666662</c:v>
                </c:pt>
                <c:pt idx="30">
                  <c:v>2.944626041666667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E9-4F3E-93E4-4F0722734D85}"/>
            </c:ext>
          </c:extLst>
        </c:ser>
        <c:ser>
          <c:idx val="3"/>
          <c:order val="3"/>
          <c:tx>
            <c:strRef>
              <c:f>'Behaviour of Inputs vs Outputs'!$L$3</c:f>
              <c:strCache>
                <c:ptCount val="1"/>
                <c:pt idx="0">
                  <c:v>Average of Load Forecast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numRef>
              <c:f>'Behaviour of Inputs vs Outputs'!$H$4:$H$369</c:f>
              <c:numCache>
                <c:formatCode>dd\.mm\.yy;@</c:formatCode>
                <c:ptCount val="366"/>
                <c:pt idx="0">
                  <c:v>45292</c:v>
                </c:pt>
                <c:pt idx="1">
                  <c:v>45293</c:v>
                </c:pt>
                <c:pt idx="2">
                  <c:v>45294</c:v>
                </c:pt>
                <c:pt idx="3">
                  <c:v>45295</c:v>
                </c:pt>
                <c:pt idx="4">
                  <c:v>45296</c:v>
                </c:pt>
                <c:pt idx="5">
                  <c:v>45297</c:v>
                </c:pt>
                <c:pt idx="6">
                  <c:v>45298</c:v>
                </c:pt>
                <c:pt idx="7">
                  <c:v>45299</c:v>
                </c:pt>
                <c:pt idx="8">
                  <c:v>45300</c:v>
                </c:pt>
                <c:pt idx="9">
                  <c:v>45301</c:v>
                </c:pt>
                <c:pt idx="10">
                  <c:v>45302</c:v>
                </c:pt>
                <c:pt idx="11">
                  <c:v>45303</c:v>
                </c:pt>
                <c:pt idx="12">
                  <c:v>45304</c:v>
                </c:pt>
                <c:pt idx="13">
                  <c:v>45305</c:v>
                </c:pt>
                <c:pt idx="14">
                  <c:v>45306</c:v>
                </c:pt>
                <c:pt idx="15">
                  <c:v>45307</c:v>
                </c:pt>
                <c:pt idx="16">
                  <c:v>45308</c:v>
                </c:pt>
                <c:pt idx="17">
                  <c:v>45309</c:v>
                </c:pt>
                <c:pt idx="18">
                  <c:v>45310</c:v>
                </c:pt>
                <c:pt idx="19">
                  <c:v>45311</c:v>
                </c:pt>
                <c:pt idx="20">
                  <c:v>45312</c:v>
                </c:pt>
                <c:pt idx="21">
                  <c:v>45313</c:v>
                </c:pt>
                <c:pt idx="22">
                  <c:v>45314</c:v>
                </c:pt>
                <c:pt idx="23">
                  <c:v>45315</c:v>
                </c:pt>
                <c:pt idx="24">
                  <c:v>45316</c:v>
                </c:pt>
                <c:pt idx="25">
                  <c:v>45317</c:v>
                </c:pt>
                <c:pt idx="26">
                  <c:v>45318</c:v>
                </c:pt>
                <c:pt idx="27">
                  <c:v>45319</c:v>
                </c:pt>
                <c:pt idx="28">
                  <c:v>45320</c:v>
                </c:pt>
                <c:pt idx="29">
                  <c:v>45321</c:v>
                </c:pt>
                <c:pt idx="30">
                  <c:v>45322</c:v>
                </c:pt>
              </c:numCache>
            </c:numRef>
          </c:cat>
          <c:val>
            <c:numRef>
              <c:f>'Behaviour of Inputs vs Outputs'!$L$4:$L$369</c:f>
              <c:numCache>
                <c:formatCode>General</c:formatCode>
                <c:ptCount val="366"/>
                <c:pt idx="0">
                  <c:v>44.746957291666646</c:v>
                </c:pt>
                <c:pt idx="1">
                  <c:v>62.602227083333332</c:v>
                </c:pt>
                <c:pt idx="2">
                  <c:v>57.789285416666672</c:v>
                </c:pt>
                <c:pt idx="3">
                  <c:v>46.13827708333335</c:v>
                </c:pt>
                <c:pt idx="4">
                  <c:v>43.534737500000006</c:v>
                </c:pt>
                <c:pt idx="5">
                  <c:v>45.734068749999999</c:v>
                </c:pt>
                <c:pt idx="6">
                  <c:v>54.038668750000006</c:v>
                </c:pt>
                <c:pt idx="7">
                  <c:v>52.681714583333317</c:v>
                </c:pt>
                <c:pt idx="8">
                  <c:v>41.849896874999999</c:v>
                </c:pt>
                <c:pt idx="9">
                  <c:v>56.640947916666654</c:v>
                </c:pt>
                <c:pt idx="10">
                  <c:v>47.72267187500001</c:v>
                </c:pt>
                <c:pt idx="11">
                  <c:v>47.841357291666675</c:v>
                </c:pt>
                <c:pt idx="12">
                  <c:v>51.029491666666679</c:v>
                </c:pt>
                <c:pt idx="13">
                  <c:v>48.520718750000022</c:v>
                </c:pt>
                <c:pt idx="14">
                  <c:v>60.131837499999996</c:v>
                </c:pt>
                <c:pt idx="15">
                  <c:v>61.41378541666667</c:v>
                </c:pt>
                <c:pt idx="16">
                  <c:v>61.181542708333296</c:v>
                </c:pt>
                <c:pt idx="17">
                  <c:v>61.541869791666677</c:v>
                </c:pt>
                <c:pt idx="18">
                  <c:v>61.669021874999984</c:v>
                </c:pt>
                <c:pt idx="19">
                  <c:v>52.301215625000005</c:v>
                </c:pt>
                <c:pt idx="20">
                  <c:v>51.374994791666659</c:v>
                </c:pt>
                <c:pt idx="21">
                  <c:v>61.759524999999996</c:v>
                </c:pt>
                <c:pt idx="22">
                  <c:v>61.985212500000003</c:v>
                </c:pt>
                <c:pt idx="23">
                  <c:v>62.83554895833332</c:v>
                </c:pt>
                <c:pt idx="24">
                  <c:v>61.718961458333332</c:v>
                </c:pt>
                <c:pt idx="25">
                  <c:v>60.864151041666638</c:v>
                </c:pt>
                <c:pt idx="26">
                  <c:v>52.619256249999985</c:v>
                </c:pt>
                <c:pt idx="27">
                  <c:v>49.300546875000002</c:v>
                </c:pt>
                <c:pt idx="28">
                  <c:v>61.263082291666656</c:v>
                </c:pt>
                <c:pt idx="29">
                  <c:v>64.540046874999987</c:v>
                </c:pt>
                <c:pt idx="30">
                  <c:v>63.571737500000026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E9-4F3E-93E4-4F0722734D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3622400"/>
        <c:axId val="2013622880"/>
      </c:areaChart>
      <c:lineChart>
        <c:grouping val="standard"/>
        <c:varyColors val="0"/>
        <c:ser>
          <c:idx val="4"/>
          <c:order val="4"/>
          <c:tx>
            <c:strRef>
              <c:f>'Behaviour of Inputs vs Outputs'!$M$3</c:f>
              <c:strCache>
                <c:ptCount val="1"/>
                <c:pt idx="0">
                  <c:v>Average of Day-ahead-price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'Behaviour of Inputs vs Outputs'!$H$4:$H$369</c:f>
              <c:numCache>
                <c:formatCode>dd\.mm\.yy;@</c:formatCode>
                <c:ptCount val="366"/>
                <c:pt idx="0">
                  <c:v>45292</c:v>
                </c:pt>
                <c:pt idx="1">
                  <c:v>45293</c:v>
                </c:pt>
                <c:pt idx="2">
                  <c:v>45294</c:v>
                </c:pt>
                <c:pt idx="3">
                  <c:v>45295</c:v>
                </c:pt>
                <c:pt idx="4">
                  <c:v>45296</c:v>
                </c:pt>
                <c:pt idx="5">
                  <c:v>45297</c:v>
                </c:pt>
                <c:pt idx="6">
                  <c:v>45298</c:v>
                </c:pt>
                <c:pt idx="7">
                  <c:v>45299</c:v>
                </c:pt>
                <c:pt idx="8">
                  <c:v>45300</c:v>
                </c:pt>
                <c:pt idx="9">
                  <c:v>45301</c:v>
                </c:pt>
                <c:pt idx="10">
                  <c:v>45302</c:v>
                </c:pt>
                <c:pt idx="11">
                  <c:v>45303</c:v>
                </c:pt>
                <c:pt idx="12">
                  <c:v>45304</c:v>
                </c:pt>
                <c:pt idx="13">
                  <c:v>45305</c:v>
                </c:pt>
                <c:pt idx="14">
                  <c:v>45306</c:v>
                </c:pt>
                <c:pt idx="15">
                  <c:v>45307</c:v>
                </c:pt>
                <c:pt idx="16">
                  <c:v>45308</c:v>
                </c:pt>
                <c:pt idx="17">
                  <c:v>45309</c:v>
                </c:pt>
                <c:pt idx="18">
                  <c:v>45310</c:v>
                </c:pt>
                <c:pt idx="19">
                  <c:v>45311</c:v>
                </c:pt>
                <c:pt idx="20">
                  <c:v>45312</c:v>
                </c:pt>
                <c:pt idx="21">
                  <c:v>45313</c:v>
                </c:pt>
                <c:pt idx="22">
                  <c:v>45314</c:v>
                </c:pt>
                <c:pt idx="23">
                  <c:v>45315</c:v>
                </c:pt>
                <c:pt idx="24">
                  <c:v>45316</c:v>
                </c:pt>
                <c:pt idx="25">
                  <c:v>45317</c:v>
                </c:pt>
                <c:pt idx="26">
                  <c:v>45318</c:v>
                </c:pt>
                <c:pt idx="27">
                  <c:v>45319</c:v>
                </c:pt>
                <c:pt idx="28">
                  <c:v>45320</c:v>
                </c:pt>
                <c:pt idx="29">
                  <c:v>45321</c:v>
                </c:pt>
                <c:pt idx="30">
                  <c:v>45322</c:v>
                </c:pt>
              </c:numCache>
            </c:numRef>
          </c:cat>
          <c:val>
            <c:numRef>
              <c:f>'Behaviour of Inputs vs Outputs'!$M$4:$M$369</c:f>
              <c:numCache>
                <c:formatCode>General</c:formatCode>
                <c:ptCount val="366"/>
                <c:pt idx="0">
                  <c:v>10.483958333333334</c:v>
                </c:pt>
                <c:pt idx="1">
                  <c:v>67.508749999999978</c:v>
                </c:pt>
                <c:pt idx="2">
                  <c:v>68.469895833333339</c:v>
                </c:pt>
                <c:pt idx="3">
                  <c:v>16.054791666666656</c:v>
                </c:pt>
                <c:pt idx="4">
                  <c:v>9.2633333333333372</c:v>
                </c:pt>
                <c:pt idx="5">
                  <c:v>56.998020833333378</c:v>
                </c:pt>
                <c:pt idx="6">
                  <c:v>91.998958333333277</c:v>
                </c:pt>
                <c:pt idx="7">
                  <c:v>95.213541666666629</c:v>
                </c:pt>
                <c:pt idx="8">
                  <c:v>53.63604166666665</c:v>
                </c:pt>
                <c:pt idx="9">
                  <c:v>68.774687499999985</c:v>
                </c:pt>
                <c:pt idx="10">
                  <c:v>61.423750000000013</c:v>
                </c:pt>
                <c:pt idx="11">
                  <c:v>96.498958333333306</c:v>
                </c:pt>
                <c:pt idx="12">
                  <c:v>74.828333333333319</c:v>
                </c:pt>
                <c:pt idx="13">
                  <c:v>66.157812499999963</c:v>
                </c:pt>
                <c:pt idx="14">
                  <c:v>86.999479166666674</c:v>
                </c:pt>
                <c:pt idx="15">
                  <c:v>99.325625000000059</c:v>
                </c:pt>
                <c:pt idx="16">
                  <c:v>99.320416666666674</c:v>
                </c:pt>
                <c:pt idx="17">
                  <c:v>93.692604166666669</c:v>
                </c:pt>
                <c:pt idx="18">
                  <c:v>80.725312500000001</c:v>
                </c:pt>
                <c:pt idx="19">
                  <c:v>71.67812499999998</c:v>
                </c:pt>
                <c:pt idx="20">
                  <c:v>45.353229166666665</c:v>
                </c:pt>
                <c:pt idx="21">
                  <c:v>40.000729166666666</c:v>
                </c:pt>
                <c:pt idx="22">
                  <c:v>55.873854166666661</c:v>
                </c:pt>
                <c:pt idx="23">
                  <c:v>42.841562500000002</c:v>
                </c:pt>
                <c:pt idx="24">
                  <c:v>75.904270833333342</c:v>
                </c:pt>
                <c:pt idx="25">
                  <c:v>63.655104166666682</c:v>
                </c:pt>
                <c:pt idx="26">
                  <c:v>65.546145833333355</c:v>
                </c:pt>
                <c:pt idx="27">
                  <c:v>63.091145833333343</c:v>
                </c:pt>
                <c:pt idx="28">
                  <c:v>72.902083333333337</c:v>
                </c:pt>
                <c:pt idx="29">
                  <c:v>78.108333333333334</c:v>
                </c:pt>
                <c:pt idx="30">
                  <c:v>72.83416666666669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3E9-4F3E-93E4-4F0722734D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9824496"/>
        <c:axId val="759825936"/>
      </c:lineChart>
      <c:dateAx>
        <c:axId val="2013622400"/>
        <c:scaling>
          <c:orientation val="minMax"/>
        </c:scaling>
        <c:delete val="0"/>
        <c:axPos val="b"/>
        <c:numFmt formatCode="dd\.mm\.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3622880"/>
        <c:crosses val="autoZero"/>
        <c:auto val="1"/>
        <c:lblOffset val="100"/>
        <c:baseTimeUnit val="days"/>
      </c:dateAx>
      <c:valAx>
        <c:axId val="2013622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3622400"/>
        <c:crosses val="autoZero"/>
        <c:crossBetween val="between"/>
      </c:valAx>
      <c:valAx>
        <c:axId val="75982593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824496"/>
        <c:crosses val="max"/>
        <c:crossBetween val="between"/>
      </c:valAx>
      <c:dateAx>
        <c:axId val="759824496"/>
        <c:scaling>
          <c:orientation val="minMax"/>
        </c:scaling>
        <c:delete val="1"/>
        <c:axPos val="b"/>
        <c:numFmt formatCode="dd\.mm\.yy;@" sourceLinked="1"/>
        <c:majorTickMark val="out"/>
        <c:minorTickMark val="none"/>
        <c:tickLblPos val="nextTo"/>
        <c:crossAx val="759825936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 i="0" dirty="0">
                <a:solidFill>
                  <a:schemeClr val="tx1"/>
                </a:solidFill>
              </a:rPr>
              <a:t>Wind Off- vs Onshore (GW) in</a:t>
            </a:r>
            <a:r>
              <a:rPr lang="en-US" b="1" i="0" baseline="0" dirty="0">
                <a:solidFill>
                  <a:schemeClr val="tx1"/>
                </a:solidFill>
              </a:rPr>
              <a:t> </a:t>
            </a:r>
            <a:r>
              <a:rPr lang="en-US" b="1" i="0" dirty="0">
                <a:solidFill>
                  <a:schemeClr val="tx1"/>
                </a:solidFill>
              </a:rPr>
              <a:t>2024</a:t>
            </a:r>
            <a:r>
              <a:rPr lang="en-US" b="1" i="0" baseline="0" dirty="0">
                <a:solidFill>
                  <a:schemeClr val="tx1"/>
                </a:solidFill>
              </a:rPr>
              <a:t> </a:t>
            </a:r>
            <a:endParaRPr lang="en-US" b="1" i="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8665711581312766"/>
          <c:y val="3.2358051719553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'Wind '!$I$3</c:f>
              <c:strCache>
                <c:ptCount val="1"/>
                <c:pt idx="0">
                  <c:v>Average of Wind Offshore Forecast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'Wind '!$H$4:$H$369</c:f>
              <c:numCache>
                <c:formatCode>General</c:formatCode>
                <c:ptCount val="366"/>
                <c:pt idx="0">
                  <c:v>28.071095833333342</c:v>
                </c:pt>
                <c:pt idx="1">
                  <c:v>27.836668750000001</c:v>
                </c:pt>
                <c:pt idx="2">
                  <c:v>11.982152083333334</c:v>
                </c:pt>
                <c:pt idx="3">
                  <c:v>15.162076041666667</c:v>
                </c:pt>
                <c:pt idx="4">
                  <c:v>16.500573958333327</c:v>
                </c:pt>
                <c:pt idx="5">
                  <c:v>8.2032656249999985</c:v>
                </c:pt>
                <c:pt idx="6">
                  <c:v>7.4987239583333309</c:v>
                </c:pt>
                <c:pt idx="7">
                  <c:v>3.0639687499999995</c:v>
                </c:pt>
                <c:pt idx="8">
                  <c:v>10.068356250000001</c:v>
                </c:pt>
                <c:pt idx="9">
                  <c:v>17.744612499999999</c:v>
                </c:pt>
                <c:pt idx="10">
                  <c:v>15.347117708333329</c:v>
                </c:pt>
                <c:pt idx="11">
                  <c:v>11.538770833333331</c:v>
                </c:pt>
                <c:pt idx="12">
                  <c:v>25.473679166666656</c:v>
                </c:pt>
                <c:pt idx="13">
                  <c:v>25.879678124999995</c:v>
                </c:pt>
                <c:pt idx="14">
                  <c:v>27.728922916666658</c:v>
                </c:pt>
                <c:pt idx="15">
                  <c:v>14.681353124999996</c:v>
                </c:pt>
                <c:pt idx="16">
                  <c:v>10.940397916666667</c:v>
                </c:pt>
                <c:pt idx="17">
                  <c:v>8.6183322916666683</c:v>
                </c:pt>
                <c:pt idx="18">
                  <c:v>22.131687500000005</c:v>
                </c:pt>
                <c:pt idx="19">
                  <c:v>23.557942708333325</c:v>
                </c:pt>
                <c:pt idx="20">
                  <c:v>31.600753125000004</c:v>
                </c:pt>
                <c:pt idx="21">
                  <c:v>41.930523958333353</c:v>
                </c:pt>
                <c:pt idx="22">
                  <c:v>37.030854166666671</c:v>
                </c:pt>
                <c:pt idx="23">
                  <c:v>43.814344791666663</c:v>
                </c:pt>
                <c:pt idx="24">
                  <c:v>22.327646875000006</c:v>
                </c:pt>
                <c:pt idx="25">
                  <c:v>29.647813541666675</c:v>
                </c:pt>
                <c:pt idx="26">
                  <c:v>17.693606250000002</c:v>
                </c:pt>
                <c:pt idx="27">
                  <c:v>13.486236458333334</c:v>
                </c:pt>
                <c:pt idx="28">
                  <c:v>13.492139583333337</c:v>
                </c:pt>
                <c:pt idx="29">
                  <c:v>16.812440625000015</c:v>
                </c:pt>
                <c:pt idx="30">
                  <c:v>19.000339583333332</c:v>
                </c:pt>
                <c:pt idx="31">
                  <c:v>28.219808333333329</c:v>
                </c:pt>
                <c:pt idx="32">
                  <c:v>29.177453124999989</c:v>
                </c:pt>
                <c:pt idx="33">
                  <c:v>11.376909374999997</c:v>
                </c:pt>
                <c:pt idx="34">
                  <c:v>31.248476041666681</c:v>
                </c:pt>
                <c:pt idx="35">
                  <c:v>20.265706250000004</c:v>
                </c:pt>
                <c:pt idx="36">
                  <c:v>11.178426041666668</c:v>
                </c:pt>
                <c:pt idx="37">
                  <c:v>10.563679166666669</c:v>
                </c:pt>
                <c:pt idx="38">
                  <c:v>3.1511010416666663</c:v>
                </c:pt>
                <c:pt idx="39">
                  <c:v>6.3579458333333347</c:v>
                </c:pt>
                <c:pt idx="40">
                  <c:v>8.9238687500000022</c:v>
                </c:pt>
                <c:pt idx="41">
                  <c:v>4.6484281250000015</c:v>
                </c:pt>
                <c:pt idx="42">
                  <c:v>18.750052083333333</c:v>
                </c:pt>
                <c:pt idx="43">
                  <c:v>15.14451666666667</c:v>
                </c:pt>
                <c:pt idx="44">
                  <c:v>18.990529166666668</c:v>
                </c:pt>
                <c:pt idx="45">
                  <c:v>11.946634375000004</c:v>
                </c:pt>
                <c:pt idx="46">
                  <c:v>19.168916666666668</c:v>
                </c:pt>
                <c:pt idx="47">
                  <c:v>10.789933333333332</c:v>
                </c:pt>
                <c:pt idx="48">
                  <c:v>14.842322916666664</c:v>
                </c:pt>
                <c:pt idx="49">
                  <c:v>22.720015624999995</c:v>
                </c:pt>
                <c:pt idx="50">
                  <c:v>19.351430208333333</c:v>
                </c:pt>
                <c:pt idx="51">
                  <c:v>23.176786458333339</c:v>
                </c:pt>
                <c:pt idx="52">
                  <c:v>29.650180208333332</c:v>
                </c:pt>
                <c:pt idx="53">
                  <c:v>30.385170833333337</c:v>
                </c:pt>
                <c:pt idx="54">
                  <c:v>14.127353125000003</c:v>
                </c:pt>
                <c:pt idx="55">
                  <c:v>12.035368750000002</c:v>
                </c:pt>
                <c:pt idx="56">
                  <c:v>10.459688541666667</c:v>
                </c:pt>
                <c:pt idx="57">
                  <c:v>5.7442541666666669</c:v>
                </c:pt>
                <c:pt idx="58">
                  <c:v>4.0904072916666667</c:v>
                </c:pt>
                <c:pt idx="59">
                  <c:v>15.306906250000001</c:v>
                </c:pt>
                <c:pt idx="60">
                  <c:v>37.343530208333327</c:v>
                </c:pt>
                <c:pt idx="61">
                  <c:v>33.676671874999997</c:v>
                </c:pt>
                <c:pt idx="62">
                  <c:v>10.594126041666669</c:v>
                </c:pt>
                <c:pt idx="63">
                  <c:v>12.963080208333334</c:v>
                </c:pt>
                <c:pt idx="64">
                  <c:v>14.672640624999998</c:v>
                </c:pt>
                <c:pt idx="65">
                  <c:v>6.5571718749999999</c:v>
                </c:pt>
                <c:pt idx="66">
                  <c:v>7.52987916666667</c:v>
                </c:pt>
                <c:pt idx="67">
                  <c:v>2.2153791666666671</c:v>
                </c:pt>
                <c:pt idx="68">
                  <c:v>3.3413395833333328</c:v>
                </c:pt>
                <c:pt idx="69">
                  <c:v>10.796677083333334</c:v>
                </c:pt>
                <c:pt idx="70">
                  <c:v>4.5529354166666671</c:v>
                </c:pt>
                <c:pt idx="71">
                  <c:v>12.351263541666672</c:v>
                </c:pt>
                <c:pt idx="72">
                  <c:v>7.4418229166666654</c:v>
                </c:pt>
                <c:pt idx="73">
                  <c:v>11.081230208333327</c:v>
                </c:pt>
                <c:pt idx="74">
                  <c:v>19.11936145833333</c:v>
                </c:pt>
                <c:pt idx="75">
                  <c:v>21.488390625000005</c:v>
                </c:pt>
                <c:pt idx="76">
                  <c:v>6.3683187499999985</c:v>
                </c:pt>
                <c:pt idx="77">
                  <c:v>8.0309520833333341</c:v>
                </c:pt>
                <c:pt idx="78">
                  <c:v>4.9166895833333335</c:v>
                </c:pt>
                <c:pt idx="79">
                  <c:v>1.6178302083333336</c:v>
                </c:pt>
                <c:pt idx="80">
                  <c:v>8.4472687499999992</c:v>
                </c:pt>
                <c:pt idx="81">
                  <c:v>14.498717708333336</c:v>
                </c:pt>
                <c:pt idx="82">
                  <c:v>18.535327083333332</c:v>
                </c:pt>
                <c:pt idx="83">
                  <c:v>27.645409375000014</c:v>
                </c:pt>
                <c:pt idx="84">
                  <c:v>10.577590624999999</c:v>
                </c:pt>
                <c:pt idx="85">
                  <c:v>15.310108333333332</c:v>
                </c:pt>
                <c:pt idx="86">
                  <c:v>9.7454895833333381</c:v>
                </c:pt>
                <c:pt idx="87">
                  <c:v>22.856246874999993</c:v>
                </c:pt>
                <c:pt idx="88">
                  <c:v>19.985612499999998</c:v>
                </c:pt>
                <c:pt idx="89">
                  <c:v>10.683201041666665</c:v>
                </c:pt>
                <c:pt idx="90">
                  <c:v>4.7860249999999995</c:v>
                </c:pt>
                <c:pt idx="91">
                  <c:v>23.306888541666662</c:v>
                </c:pt>
                <c:pt idx="92">
                  <c:v>37.408499999999989</c:v>
                </c:pt>
                <c:pt idx="93">
                  <c:v>6.3938197916666661</c:v>
                </c:pt>
                <c:pt idx="94">
                  <c:v>23.331504166666669</c:v>
                </c:pt>
                <c:pt idx="95">
                  <c:v>2.9256052083333328</c:v>
                </c:pt>
                <c:pt idx="96">
                  <c:v>3.2751760416666662</c:v>
                </c:pt>
                <c:pt idx="97">
                  <c:v>18.368264583333325</c:v>
                </c:pt>
                <c:pt idx="98">
                  <c:v>9.2802552083333314</c:v>
                </c:pt>
                <c:pt idx="99">
                  <c:v>3.9697291666666685</c:v>
                </c:pt>
                <c:pt idx="100">
                  <c:v>7.3858260416666646</c:v>
                </c:pt>
                <c:pt idx="101">
                  <c:v>4.1507979166666678</c:v>
                </c:pt>
                <c:pt idx="102">
                  <c:v>6.1104093749999979</c:v>
                </c:pt>
                <c:pt idx="103">
                  <c:v>15.623003124999995</c:v>
                </c:pt>
                <c:pt idx="104">
                  <c:v>19.225405208333335</c:v>
                </c:pt>
                <c:pt idx="105">
                  <c:v>18.166661458333341</c:v>
                </c:pt>
                <c:pt idx="106">
                  <c:v>24.09235937499999</c:v>
                </c:pt>
                <c:pt idx="107">
                  <c:v>5.0433541666666653</c:v>
                </c:pt>
                <c:pt idx="108">
                  <c:v>5.4573145833333321</c:v>
                </c:pt>
                <c:pt idx="109">
                  <c:v>25.448865625000007</c:v>
                </c:pt>
                <c:pt idx="110">
                  <c:v>12.795414583333336</c:v>
                </c:pt>
                <c:pt idx="111">
                  <c:v>8.6905864583333354</c:v>
                </c:pt>
                <c:pt idx="112">
                  <c:v>4.5536552083333337</c:v>
                </c:pt>
                <c:pt idx="113">
                  <c:v>3.9706854166666674</c:v>
                </c:pt>
                <c:pt idx="114">
                  <c:v>6.965842708333331</c:v>
                </c:pt>
                <c:pt idx="115">
                  <c:v>6.4962166666666672</c:v>
                </c:pt>
                <c:pt idx="116">
                  <c:v>7.6945041666666656</c:v>
                </c:pt>
                <c:pt idx="117">
                  <c:v>8.0123583333333297</c:v>
                </c:pt>
                <c:pt idx="118">
                  <c:v>17.870973958333337</c:v>
                </c:pt>
                <c:pt idx="119">
                  <c:v>4.6799458333333321</c:v>
                </c:pt>
                <c:pt idx="120">
                  <c:v>8.4602749999999993</c:v>
                </c:pt>
                <c:pt idx="121">
                  <c:v>17.655463541666656</c:v>
                </c:pt>
                <c:pt idx="122">
                  <c:v>41.117835416666651</c:v>
                </c:pt>
                <c:pt idx="123">
                  <c:v>8.4018645833333334</c:v>
                </c:pt>
                <c:pt idx="124">
                  <c:v>24.091047916666668</c:v>
                </c:pt>
                <c:pt idx="125">
                  <c:v>11.910457291666665</c:v>
                </c:pt>
                <c:pt idx="126">
                  <c:v>11.447544791666669</c:v>
                </c:pt>
                <c:pt idx="127">
                  <c:v>15.795167708333336</c:v>
                </c:pt>
                <c:pt idx="128">
                  <c:v>2.1298437499999996</c:v>
                </c:pt>
                <c:pt idx="129">
                  <c:v>20.958813541666668</c:v>
                </c:pt>
                <c:pt idx="130">
                  <c:v>2.702084375000001</c:v>
                </c:pt>
                <c:pt idx="131">
                  <c:v>3.5588833333333332</c:v>
                </c:pt>
                <c:pt idx="132">
                  <c:v>21.015024999999998</c:v>
                </c:pt>
                <c:pt idx="133">
                  <c:v>14.069123958333332</c:v>
                </c:pt>
                <c:pt idx="134">
                  <c:v>18.355883333333335</c:v>
                </c:pt>
                <c:pt idx="135">
                  <c:v>21.338115625000011</c:v>
                </c:pt>
                <c:pt idx="136">
                  <c:v>20.924391666666658</c:v>
                </c:pt>
                <c:pt idx="137">
                  <c:v>18.356344791666665</c:v>
                </c:pt>
                <c:pt idx="138">
                  <c:v>7.6052593750000002</c:v>
                </c:pt>
                <c:pt idx="139">
                  <c:v>3.5625770833333341</c:v>
                </c:pt>
                <c:pt idx="140">
                  <c:v>2.6440156249999998</c:v>
                </c:pt>
                <c:pt idx="141">
                  <c:v>13.026728125000002</c:v>
                </c:pt>
                <c:pt idx="142">
                  <c:v>11.758161458333328</c:v>
                </c:pt>
                <c:pt idx="143">
                  <c:v>4.9208770833333348</c:v>
                </c:pt>
                <c:pt idx="144">
                  <c:v>3.4657145833333338</c:v>
                </c:pt>
                <c:pt idx="145">
                  <c:v>2.8008281249999998</c:v>
                </c:pt>
                <c:pt idx="146">
                  <c:v>2.4984614583333329</c:v>
                </c:pt>
                <c:pt idx="147">
                  <c:v>3.7453458333333334</c:v>
                </c:pt>
                <c:pt idx="148">
                  <c:v>7.5931020833333349</c:v>
                </c:pt>
                <c:pt idx="149">
                  <c:v>12.454037499999998</c:v>
                </c:pt>
                <c:pt idx="150">
                  <c:v>2.4751916666666669</c:v>
                </c:pt>
                <c:pt idx="151">
                  <c:v>5.0119656250000011</c:v>
                </c:pt>
                <c:pt idx="152">
                  <c:v>12.987398958333332</c:v>
                </c:pt>
                <c:pt idx="153">
                  <c:v>42.875479166666672</c:v>
                </c:pt>
                <c:pt idx="154">
                  <c:v>3.7209458333333334</c:v>
                </c:pt>
                <c:pt idx="155">
                  <c:v>15.578831249999993</c:v>
                </c:pt>
                <c:pt idx="156">
                  <c:v>4.8271187500000003</c:v>
                </c:pt>
                <c:pt idx="157">
                  <c:v>4.5742677083333341</c:v>
                </c:pt>
                <c:pt idx="158">
                  <c:v>18.977406250000012</c:v>
                </c:pt>
                <c:pt idx="159">
                  <c:v>2.3554822916666667</c:v>
                </c:pt>
                <c:pt idx="160">
                  <c:v>16.38012500000001</c:v>
                </c:pt>
                <c:pt idx="161">
                  <c:v>7.8281281249999983</c:v>
                </c:pt>
                <c:pt idx="162">
                  <c:v>0.53461250000000005</c:v>
                </c:pt>
                <c:pt idx="163">
                  <c:v>28.314797916666659</c:v>
                </c:pt>
                <c:pt idx="164">
                  <c:v>3.9459156249999991</c:v>
                </c:pt>
                <c:pt idx="165">
                  <c:v>11.023865625000001</c:v>
                </c:pt>
                <c:pt idx="166">
                  <c:v>19.311587499999995</c:v>
                </c:pt>
                <c:pt idx="167">
                  <c:v>9.9390124999999987</c:v>
                </c:pt>
                <c:pt idx="168">
                  <c:v>4.9425427083333355</c:v>
                </c:pt>
                <c:pt idx="169">
                  <c:v>2.4289416666666654</c:v>
                </c:pt>
                <c:pt idx="170">
                  <c:v>6.1843979166666676</c:v>
                </c:pt>
                <c:pt idx="171">
                  <c:v>3.8076197916666659</c:v>
                </c:pt>
                <c:pt idx="172">
                  <c:v>6.2548114583333323</c:v>
                </c:pt>
                <c:pt idx="173">
                  <c:v>12.192110416666669</c:v>
                </c:pt>
                <c:pt idx="174">
                  <c:v>4.459447916666667</c:v>
                </c:pt>
                <c:pt idx="175">
                  <c:v>2.5009854166666687</c:v>
                </c:pt>
                <c:pt idx="176">
                  <c:v>5.6908770833333335</c:v>
                </c:pt>
                <c:pt idx="177">
                  <c:v>5.2890072916666666</c:v>
                </c:pt>
                <c:pt idx="178">
                  <c:v>3.8365114583333328</c:v>
                </c:pt>
                <c:pt idx="179">
                  <c:v>9.8336624999999991</c:v>
                </c:pt>
                <c:pt idx="180">
                  <c:v>2.7408041666666687</c:v>
                </c:pt>
                <c:pt idx="181">
                  <c:v>12.010377083333331</c:v>
                </c:pt>
                <c:pt idx="182">
                  <c:v>15.694762499999998</c:v>
                </c:pt>
                <c:pt idx="183">
                  <c:v>21.516869791666672</c:v>
                </c:pt>
                <c:pt idx="184">
                  <c:v>10.312156249999996</c:v>
                </c:pt>
                <c:pt idx="185">
                  <c:v>15.414101041666664</c:v>
                </c:pt>
                <c:pt idx="186">
                  <c:v>5.2719468750000003</c:v>
                </c:pt>
                <c:pt idx="187">
                  <c:v>3.0141395833333338</c:v>
                </c:pt>
                <c:pt idx="188">
                  <c:v>10.50042708333333</c:v>
                </c:pt>
                <c:pt idx="189">
                  <c:v>4.6892010416666663</c:v>
                </c:pt>
                <c:pt idx="190">
                  <c:v>4.8298197916666661</c:v>
                </c:pt>
                <c:pt idx="191">
                  <c:v>11.811777083333329</c:v>
                </c:pt>
                <c:pt idx="192">
                  <c:v>1.5319343750000007</c:v>
                </c:pt>
                <c:pt idx="193">
                  <c:v>22.213432291666656</c:v>
                </c:pt>
                <c:pt idx="194">
                  <c:v>13.452987500000001</c:v>
                </c:pt>
                <c:pt idx="195">
                  <c:v>5.7201770833333327</c:v>
                </c:pt>
                <c:pt idx="196">
                  <c:v>4.6419562499999989</c:v>
                </c:pt>
                <c:pt idx="197">
                  <c:v>14.608197916666665</c:v>
                </c:pt>
                <c:pt idx="198">
                  <c:v>10.599832291666667</c:v>
                </c:pt>
                <c:pt idx="199">
                  <c:v>1.7261187499999997</c:v>
                </c:pt>
                <c:pt idx="200">
                  <c:v>2.2029239583333324</c:v>
                </c:pt>
                <c:pt idx="201">
                  <c:v>4.8448020833333292</c:v>
                </c:pt>
                <c:pt idx="202">
                  <c:v>5.3008677083333344</c:v>
                </c:pt>
                <c:pt idx="203">
                  <c:v>8.0193385416666647</c:v>
                </c:pt>
                <c:pt idx="204">
                  <c:v>7.734135416666664</c:v>
                </c:pt>
                <c:pt idx="205">
                  <c:v>9.634030208333332</c:v>
                </c:pt>
                <c:pt idx="206">
                  <c:v>1.9822114583333335</c:v>
                </c:pt>
                <c:pt idx="207">
                  <c:v>4.7782083333333318</c:v>
                </c:pt>
                <c:pt idx="208">
                  <c:v>1.4128833333333335</c:v>
                </c:pt>
                <c:pt idx="209">
                  <c:v>8.2712364583333375</c:v>
                </c:pt>
                <c:pt idx="210">
                  <c:v>3.237882291666665</c:v>
                </c:pt>
                <c:pt idx="211">
                  <c:v>2.2400760416666681</c:v>
                </c:pt>
                <c:pt idx="212">
                  <c:v>2.5613770833333351</c:v>
                </c:pt>
                <c:pt idx="213">
                  <c:v>15.952285416666665</c:v>
                </c:pt>
                <c:pt idx="214">
                  <c:v>9.2508947916666653</c:v>
                </c:pt>
                <c:pt idx="215">
                  <c:v>18.985221874999993</c:v>
                </c:pt>
                <c:pt idx="216">
                  <c:v>5.7661135416666669</c:v>
                </c:pt>
                <c:pt idx="217">
                  <c:v>3.4280968750000014</c:v>
                </c:pt>
                <c:pt idx="218">
                  <c:v>9.7540843750000032</c:v>
                </c:pt>
                <c:pt idx="219">
                  <c:v>2.986641666666666</c:v>
                </c:pt>
                <c:pt idx="220">
                  <c:v>3.8986937500000018</c:v>
                </c:pt>
                <c:pt idx="221">
                  <c:v>5.8526937500000011</c:v>
                </c:pt>
                <c:pt idx="222">
                  <c:v>10.943639583333335</c:v>
                </c:pt>
                <c:pt idx="223">
                  <c:v>7.8723635416666689</c:v>
                </c:pt>
                <c:pt idx="224">
                  <c:v>12.706824999999995</c:v>
                </c:pt>
                <c:pt idx="225">
                  <c:v>7.7516791666666656</c:v>
                </c:pt>
                <c:pt idx="226">
                  <c:v>5.6389812499999996</c:v>
                </c:pt>
                <c:pt idx="227">
                  <c:v>3.3542635416666653</c:v>
                </c:pt>
                <c:pt idx="228">
                  <c:v>5.7931406249999995</c:v>
                </c:pt>
                <c:pt idx="229">
                  <c:v>1.3856270833333331</c:v>
                </c:pt>
                <c:pt idx="230">
                  <c:v>3.8239583333333345</c:v>
                </c:pt>
                <c:pt idx="231">
                  <c:v>2.9708739583333332</c:v>
                </c:pt>
                <c:pt idx="232">
                  <c:v>6.2504406250000022</c:v>
                </c:pt>
                <c:pt idx="233">
                  <c:v>17.46968750000001</c:v>
                </c:pt>
                <c:pt idx="234">
                  <c:v>12.125970833333332</c:v>
                </c:pt>
                <c:pt idx="235">
                  <c:v>21.720869791666669</c:v>
                </c:pt>
                <c:pt idx="236">
                  <c:v>12.810003125000001</c:v>
                </c:pt>
                <c:pt idx="237">
                  <c:v>14.926962500000002</c:v>
                </c:pt>
                <c:pt idx="238">
                  <c:v>5.3745708333333351</c:v>
                </c:pt>
                <c:pt idx="239">
                  <c:v>4.0692343749999988</c:v>
                </c:pt>
                <c:pt idx="240">
                  <c:v>7.3999937499999984</c:v>
                </c:pt>
                <c:pt idx="241">
                  <c:v>5.8781656250000003</c:v>
                </c:pt>
                <c:pt idx="242">
                  <c:v>4.5475520833333318</c:v>
                </c:pt>
                <c:pt idx="243">
                  <c:v>8.0567270833333353</c:v>
                </c:pt>
                <c:pt idx="244">
                  <c:v>10.34305</c:v>
                </c:pt>
                <c:pt idx="245">
                  <c:v>21.218220833333337</c:v>
                </c:pt>
                <c:pt idx="246">
                  <c:v>19.093229166666667</c:v>
                </c:pt>
                <c:pt idx="247">
                  <c:v>20.687843750000003</c:v>
                </c:pt>
                <c:pt idx="248">
                  <c:v>1.7808395833333333</c:v>
                </c:pt>
                <c:pt idx="249">
                  <c:v>10.723637500000002</c:v>
                </c:pt>
                <c:pt idx="250">
                  <c:v>6.0669927083333288</c:v>
                </c:pt>
                <c:pt idx="251">
                  <c:v>16.769457291666669</c:v>
                </c:pt>
                <c:pt idx="252">
                  <c:v>11.165318749999999</c:v>
                </c:pt>
                <c:pt idx="253">
                  <c:v>15.229536458333337</c:v>
                </c:pt>
                <c:pt idx="254">
                  <c:v>3.8210062499999999</c:v>
                </c:pt>
                <c:pt idx="255">
                  <c:v>25.376252083333323</c:v>
                </c:pt>
                <c:pt idx="256">
                  <c:v>10.139595833333331</c:v>
                </c:pt>
                <c:pt idx="257">
                  <c:v>16.593611458333335</c:v>
                </c:pt>
                <c:pt idx="258">
                  <c:v>10.037381249999997</c:v>
                </c:pt>
                <c:pt idx="259">
                  <c:v>12.207902083333327</c:v>
                </c:pt>
                <c:pt idx="260">
                  <c:v>12.913855208333329</c:v>
                </c:pt>
                <c:pt idx="261">
                  <c:v>13.525034374999988</c:v>
                </c:pt>
                <c:pt idx="262">
                  <c:v>14.313388541666662</c:v>
                </c:pt>
                <c:pt idx="263">
                  <c:v>13.835130208333336</c:v>
                </c:pt>
                <c:pt idx="264">
                  <c:v>7.6103822916666646</c:v>
                </c:pt>
                <c:pt idx="265">
                  <c:v>2.8354218749999998</c:v>
                </c:pt>
                <c:pt idx="266">
                  <c:v>2.8582937499999987</c:v>
                </c:pt>
                <c:pt idx="267">
                  <c:v>10.214780208333337</c:v>
                </c:pt>
                <c:pt idx="268">
                  <c:v>16.914404166666664</c:v>
                </c:pt>
                <c:pt idx="269">
                  <c:v>28.150772916666671</c:v>
                </c:pt>
                <c:pt idx="270">
                  <c:v>34.43687187499998</c:v>
                </c:pt>
                <c:pt idx="271">
                  <c:v>18.382590624999999</c:v>
                </c:pt>
                <c:pt idx="272">
                  <c:v>6.2534958333333339</c:v>
                </c:pt>
                <c:pt idx="273">
                  <c:v>22.881836458333332</c:v>
                </c:pt>
                <c:pt idx="274">
                  <c:v>5.9542937500000033</c:v>
                </c:pt>
                <c:pt idx="275">
                  <c:v>9.1179270833333312</c:v>
                </c:pt>
                <c:pt idx="276">
                  <c:v>22.464633333333328</c:v>
                </c:pt>
                <c:pt idx="277">
                  <c:v>15.080666666666671</c:v>
                </c:pt>
                <c:pt idx="278">
                  <c:v>2.0408958333333334</c:v>
                </c:pt>
                <c:pt idx="279">
                  <c:v>8.613731249999999</c:v>
                </c:pt>
                <c:pt idx="280">
                  <c:v>7.0504958333333354</c:v>
                </c:pt>
                <c:pt idx="281">
                  <c:v>8.455432291666666</c:v>
                </c:pt>
                <c:pt idx="282">
                  <c:v>20.126361458333335</c:v>
                </c:pt>
                <c:pt idx="283">
                  <c:v>25.521336458333334</c:v>
                </c:pt>
                <c:pt idx="284">
                  <c:v>1.0907281249999998</c:v>
                </c:pt>
                <c:pt idx="285">
                  <c:v>13.97643229166667</c:v>
                </c:pt>
                <c:pt idx="286">
                  <c:v>32.884178124999991</c:v>
                </c:pt>
                <c:pt idx="287">
                  <c:v>8.0314656250000009</c:v>
                </c:pt>
                <c:pt idx="288">
                  <c:v>7.3505208333333325</c:v>
                </c:pt>
                <c:pt idx="289">
                  <c:v>24.900769791666669</c:v>
                </c:pt>
                <c:pt idx="290">
                  <c:v>15.17189583333333</c:v>
                </c:pt>
                <c:pt idx="291">
                  <c:v>4.713654166666668</c:v>
                </c:pt>
                <c:pt idx="292">
                  <c:v>6.9781729166666668</c:v>
                </c:pt>
                <c:pt idx="293">
                  <c:v>12.098137499999998</c:v>
                </c:pt>
                <c:pt idx="294">
                  <c:v>12.714414583333332</c:v>
                </c:pt>
                <c:pt idx="295">
                  <c:v>9.1322083333333346</c:v>
                </c:pt>
                <c:pt idx="296">
                  <c:v>3.8587177083333337</c:v>
                </c:pt>
                <c:pt idx="297">
                  <c:v>8.5846583333333353</c:v>
                </c:pt>
                <c:pt idx="298">
                  <c:v>6.2521614583333358</c:v>
                </c:pt>
                <c:pt idx="299">
                  <c:v>4.6833750000000007</c:v>
                </c:pt>
                <c:pt idx="300">
                  <c:v>6.7675529999999977</c:v>
                </c:pt>
                <c:pt idx="301">
                  <c:v>7.7263885416666644</c:v>
                </c:pt>
                <c:pt idx="302">
                  <c:v>6.2978260416666663</c:v>
                </c:pt>
                <c:pt idx="303">
                  <c:v>4.6980843749999996</c:v>
                </c:pt>
                <c:pt idx="304">
                  <c:v>8.555231249999995</c:v>
                </c:pt>
                <c:pt idx="305">
                  <c:v>4.4483500000000022</c:v>
                </c:pt>
                <c:pt idx="306">
                  <c:v>13.438971875000002</c:v>
                </c:pt>
                <c:pt idx="307">
                  <c:v>15.821357291666658</c:v>
                </c:pt>
                <c:pt idx="308">
                  <c:v>14.990218750000006</c:v>
                </c:pt>
                <c:pt idx="309">
                  <c:v>3.8499177083333311</c:v>
                </c:pt>
                <c:pt idx="310">
                  <c:v>17.943328125000004</c:v>
                </c:pt>
                <c:pt idx="311">
                  <c:v>3.0913062500000001</c:v>
                </c:pt>
                <c:pt idx="312">
                  <c:v>4.3368697916666665</c:v>
                </c:pt>
                <c:pt idx="313">
                  <c:v>16.430568750000003</c:v>
                </c:pt>
                <c:pt idx="314">
                  <c:v>8.7774083333333355</c:v>
                </c:pt>
                <c:pt idx="315">
                  <c:v>6.1590916666666642</c:v>
                </c:pt>
                <c:pt idx="316">
                  <c:v>2.5817812500000001</c:v>
                </c:pt>
                <c:pt idx="317">
                  <c:v>4.1831958333333343</c:v>
                </c:pt>
                <c:pt idx="318">
                  <c:v>10.847817708333334</c:v>
                </c:pt>
                <c:pt idx="319">
                  <c:v>7.7531958333333382</c:v>
                </c:pt>
                <c:pt idx="320">
                  <c:v>18.292934375000002</c:v>
                </c:pt>
                <c:pt idx="321">
                  <c:v>28.093770833333341</c:v>
                </c:pt>
                <c:pt idx="322">
                  <c:v>24.757651041666673</c:v>
                </c:pt>
                <c:pt idx="323">
                  <c:v>21.07959166666668</c:v>
                </c:pt>
                <c:pt idx="324">
                  <c:v>20.082309375000001</c:v>
                </c:pt>
                <c:pt idx="325">
                  <c:v>18.059176041666664</c:v>
                </c:pt>
                <c:pt idx="326">
                  <c:v>24.785378124999998</c:v>
                </c:pt>
                <c:pt idx="327">
                  <c:v>25.787675</c:v>
                </c:pt>
                <c:pt idx="328">
                  <c:v>38.366651041666678</c:v>
                </c:pt>
                <c:pt idx="329">
                  <c:v>33.852787500000012</c:v>
                </c:pt>
                <c:pt idx="330">
                  <c:v>18.682768750000005</c:v>
                </c:pt>
                <c:pt idx="331">
                  <c:v>19.897193749999989</c:v>
                </c:pt>
                <c:pt idx="332">
                  <c:v>29.889295833333318</c:v>
                </c:pt>
                <c:pt idx="333">
                  <c:v>5.3973385416666657</c:v>
                </c:pt>
                <c:pt idx="334">
                  <c:v>12.217913541666666</c:v>
                </c:pt>
                <c:pt idx="335">
                  <c:v>6.0193864583333347</c:v>
                </c:pt>
                <c:pt idx="336">
                  <c:v>14.955399999999996</c:v>
                </c:pt>
                <c:pt idx="337">
                  <c:v>5.4092458333333351</c:v>
                </c:pt>
                <c:pt idx="338">
                  <c:v>12.097573958333335</c:v>
                </c:pt>
                <c:pt idx="339">
                  <c:v>10.268946875000001</c:v>
                </c:pt>
                <c:pt idx="340">
                  <c:v>7.6199114583333323</c:v>
                </c:pt>
                <c:pt idx="341">
                  <c:v>6.5118645833333355</c:v>
                </c:pt>
                <c:pt idx="342">
                  <c:v>4.753371875</c:v>
                </c:pt>
                <c:pt idx="343">
                  <c:v>4.9989354166666669</c:v>
                </c:pt>
                <c:pt idx="344">
                  <c:v>11.925780208333332</c:v>
                </c:pt>
                <c:pt idx="345">
                  <c:v>4.6510729166666671</c:v>
                </c:pt>
                <c:pt idx="346">
                  <c:v>1.1108677083333331</c:v>
                </c:pt>
                <c:pt idx="347">
                  <c:v>4.728586458333333</c:v>
                </c:pt>
                <c:pt idx="348">
                  <c:v>18.44428645833333</c:v>
                </c:pt>
                <c:pt idx="349">
                  <c:v>32.49266875</c:v>
                </c:pt>
                <c:pt idx="350">
                  <c:v>40.677713541666662</c:v>
                </c:pt>
                <c:pt idx="351">
                  <c:v>23.252553124999995</c:v>
                </c:pt>
                <c:pt idx="352">
                  <c:v>32.818836458333337</c:v>
                </c:pt>
                <c:pt idx="353">
                  <c:v>36.751631249999974</c:v>
                </c:pt>
                <c:pt idx="354">
                  <c:v>29.538673958333341</c:v>
                </c:pt>
                <c:pt idx="355">
                  <c:v>34.729461458333326</c:v>
                </c:pt>
                <c:pt idx="356">
                  <c:v>31.724062500000002</c:v>
                </c:pt>
                <c:pt idx="357">
                  <c:v>28.672937499999989</c:v>
                </c:pt>
                <c:pt idx="358">
                  <c:v>10.122255208333334</c:v>
                </c:pt>
                <c:pt idx="359">
                  <c:v>5.5204385416666657</c:v>
                </c:pt>
                <c:pt idx="360">
                  <c:v>2.7873458333333345</c:v>
                </c:pt>
                <c:pt idx="361">
                  <c:v>1.5165354166666667</c:v>
                </c:pt>
                <c:pt idx="362">
                  <c:v>1.195819791666666</c:v>
                </c:pt>
                <c:pt idx="363">
                  <c:v>12.620599999999998</c:v>
                </c:pt>
                <c:pt idx="364">
                  <c:v>25.241034374999987</c:v>
                </c:pt>
                <c:pt idx="365">
                  <c:v>26.344497916666676</c:v>
                </c:pt>
              </c:numCache>
            </c:numRef>
          </c:xVal>
          <c:yVal>
            <c:numRef>
              <c:f>'Wind '!$I$4:$I$369</c:f>
              <c:numCache>
                <c:formatCode>General</c:formatCode>
                <c:ptCount val="366"/>
                <c:pt idx="0">
                  <c:v>4.3683874999999999</c:v>
                </c:pt>
                <c:pt idx="1">
                  <c:v>5.0384760416666667</c:v>
                </c:pt>
                <c:pt idx="2">
                  <c:v>4.0401989583333329</c:v>
                </c:pt>
                <c:pt idx="3">
                  <c:v>2.0135479166666665</c:v>
                </c:pt>
                <c:pt idx="4">
                  <c:v>3.7624854166666677</c:v>
                </c:pt>
                <c:pt idx="5">
                  <c:v>3.7225374999999983</c:v>
                </c:pt>
                <c:pt idx="6">
                  <c:v>1.6816791666666666</c:v>
                </c:pt>
                <c:pt idx="7">
                  <c:v>0.48407708333333316</c:v>
                </c:pt>
                <c:pt idx="8">
                  <c:v>3.2035447916666668</c:v>
                </c:pt>
                <c:pt idx="9">
                  <c:v>5.3821291666666662</c:v>
                </c:pt>
                <c:pt idx="10">
                  <c:v>4.8959458333333323</c:v>
                </c:pt>
                <c:pt idx="11">
                  <c:v>3.2840843749999991</c:v>
                </c:pt>
                <c:pt idx="12">
                  <c:v>5.1632010416666683</c:v>
                </c:pt>
                <c:pt idx="13">
                  <c:v>5.4424916666666663</c:v>
                </c:pt>
                <c:pt idx="14">
                  <c:v>5.0666875000000013</c:v>
                </c:pt>
                <c:pt idx="15">
                  <c:v>3.8718583333333352</c:v>
                </c:pt>
                <c:pt idx="16">
                  <c:v>3.1671843749999988</c:v>
                </c:pt>
                <c:pt idx="17">
                  <c:v>3.0449114583333317</c:v>
                </c:pt>
                <c:pt idx="18">
                  <c:v>5.4583895833333367</c:v>
                </c:pt>
                <c:pt idx="19">
                  <c:v>5.4767395833333312</c:v>
                </c:pt>
                <c:pt idx="20">
                  <c:v>5.5731093750000005</c:v>
                </c:pt>
                <c:pt idx="21">
                  <c:v>4.2361968749999983</c:v>
                </c:pt>
                <c:pt idx="22">
                  <c:v>5.0766229166666683</c:v>
                </c:pt>
                <c:pt idx="23">
                  <c:v>4.13118125</c:v>
                </c:pt>
                <c:pt idx="24">
                  <c:v>3.4894687499999995</c:v>
                </c:pt>
                <c:pt idx="25">
                  <c:v>4.8089562500000023</c:v>
                </c:pt>
                <c:pt idx="26">
                  <c:v>4.8630208333333327</c:v>
                </c:pt>
                <c:pt idx="27">
                  <c:v>4.7115093750000003</c:v>
                </c:pt>
                <c:pt idx="28">
                  <c:v>3.1017177083333349</c:v>
                </c:pt>
                <c:pt idx="29">
                  <c:v>4.3459270833333337</c:v>
                </c:pt>
                <c:pt idx="30">
                  <c:v>5.1946114583333332</c:v>
                </c:pt>
                <c:pt idx="31">
                  <c:v>4.375371874999999</c:v>
                </c:pt>
                <c:pt idx="32">
                  <c:v>5.1069437500000019</c:v>
                </c:pt>
                <c:pt idx="33">
                  <c:v>3.7967041666666663</c:v>
                </c:pt>
                <c:pt idx="34">
                  <c:v>3.0771635416666672</c:v>
                </c:pt>
                <c:pt idx="35">
                  <c:v>5.216177083333335</c:v>
                </c:pt>
                <c:pt idx="36">
                  <c:v>4.1748343750000014</c:v>
                </c:pt>
                <c:pt idx="37">
                  <c:v>3.33736875</c:v>
                </c:pt>
                <c:pt idx="38">
                  <c:v>0.25991770833333333</c:v>
                </c:pt>
                <c:pt idx="39">
                  <c:v>3.144118750000001</c:v>
                </c:pt>
                <c:pt idx="40">
                  <c:v>5.778345833333332</c:v>
                </c:pt>
                <c:pt idx="41">
                  <c:v>1.1524822916666664</c:v>
                </c:pt>
                <c:pt idx="42">
                  <c:v>4.4158458333333321</c:v>
                </c:pt>
                <c:pt idx="43">
                  <c:v>4.7205625000000007</c:v>
                </c:pt>
                <c:pt idx="44">
                  <c:v>3.1225833333333344</c:v>
                </c:pt>
                <c:pt idx="45">
                  <c:v>3.7265333333333333</c:v>
                </c:pt>
                <c:pt idx="46">
                  <c:v>5.1146458333333333</c:v>
                </c:pt>
                <c:pt idx="47">
                  <c:v>2.3899510416666665</c:v>
                </c:pt>
                <c:pt idx="48">
                  <c:v>4.4298656249999979</c:v>
                </c:pt>
                <c:pt idx="49">
                  <c:v>4.3051666666666684</c:v>
                </c:pt>
                <c:pt idx="50">
                  <c:v>4.9358958333333316</c:v>
                </c:pt>
                <c:pt idx="51">
                  <c:v>4.9990770833333347</c:v>
                </c:pt>
                <c:pt idx="52">
                  <c:v>4.3062718750000011</c:v>
                </c:pt>
                <c:pt idx="53">
                  <c:v>5.0503843750000001</c:v>
                </c:pt>
                <c:pt idx="54">
                  <c:v>3.19959375</c:v>
                </c:pt>
                <c:pt idx="55">
                  <c:v>1.2074916666666669</c:v>
                </c:pt>
                <c:pt idx="56">
                  <c:v>2.3924072916666677</c:v>
                </c:pt>
                <c:pt idx="57">
                  <c:v>0.69136562499999998</c:v>
                </c:pt>
                <c:pt idx="58">
                  <c:v>2.6493864583333329</c:v>
                </c:pt>
                <c:pt idx="59">
                  <c:v>5.7755312499999993</c:v>
                </c:pt>
                <c:pt idx="60">
                  <c:v>3.3832531249999995</c:v>
                </c:pt>
                <c:pt idx="61">
                  <c:v>4.9425760416666673</c:v>
                </c:pt>
                <c:pt idx="62">
                  <c:v>4.2060354166666647</c:v>
                </c:pt>
                <c:pt idx="63">
                  <c:v>2.6249760416666668</c:v>
                </c:pt>
                <c:pt idx="64">
                  <c:v>4.6120874999999986</c:v>
                </c:pt>
                <c:pt idx="65">
                  <c:v>2.2283833333333329</c:v>
                </c:pt>
                <c:pt idx="66">
                  <c:v>2.9262458333333328</c:v>
                </c:pt>
                <c:pt idx="67">
                  <c:v>0.81947291666666622</c:v>
                </c:pt>
                <c:pt idx="68">
                  <c:v>1.3749031250000006</c:v>
                </c:pt>
                <c:pt idx="69">
                  <c:v>3.0638031250000002</c:v>
                </c:pt>
                <c:pt idx="70">
                  <c:v>1.7500322916666662</c:v>
                </c:pt>
                <c:pt idx="71">
                  <c:v>4.1688999999999989</c:v>
                </c:pt>
                <c:pt idx="72">
                  <c:v>4.1980802083333373</c:v>
                </c:pt>
                <c:pt idx="73">
                  <c:v>5.4431593750000022</c:v>
                </c:pt>
                <c:pt idx="74">
                  <c:v>5.6629114583333315</c:v>
                </c:pt>
                <c:pt idx="75">
                  <c:v>4.2116468750000005</c:v>
                </c:pt>
                <c:pt idx="76">
                  <c:v>3.4774927083333331</c:v>
                </c:pt>
                <c:pt idx="77">
                  <c:v>3.2288343749999999</c:v>
                </c:pt>
                <c:pt idx="78">
                  <c:v>2.5754562499999998</c:v>
                </c:pt>
                <c:pt idx="79">
                  <c:v>0.74034583333333337</c:v>
                </c:pt>
                <c:pt idx="80">
                  <c:v>2.4432385416666662</c:v>
                </c:pt>
                <c:pt idx="81">
                  <c:v>4.4809333333333319</c:v>
                </c:pt>
                <c:pt idx="82">
                  <c:v>4.9739177083333352</c:v>
                </c:pt>
                <c:pt idx="83">
                  <c:v>4.9091229166666661</c:v>
                </c:pt>
                <c:pt idx="84">
                  <c:v>1.1215583333333332</c:v>
                </c:pt>
                <c:pt idx="85">
                  <c:v>3.662817708333332</c:v>
                </c:pt>
                <c:pt idx="86">
                  <c:v>2.5827510416666675</c:v>
                </c:pt>
                <c:pt idx="87">
                  <c:v>3.1461739583333332</c:v>
                </c:pt>
                <c:pt idx="88">
                  <c:v>4.6415635416666676</c:v>
                </c:pt>
                <c:pt idx="89">
                  <c:v>1.6958374999999997</c:v>
                </c:pt>
                <c:pt idx="90">
                  <c:v>0.94729782608695634</c:v>
                </c:pt>
                <c:pt idx="91">
                  <c:v>2.5262354166666676</c:v>
                </c:pt>
                <c:pt idx="92">
                  <c:v>4.9233718749999991</c:v>
                </c:pt>
                <c:pt idx="93">
                  <c:v>2.5239239583333344</c:v>
                </c:pt>
                <c:pt idx="94">
                  <c:v>4.4801958333333323</c:v>
                </c:pt>
                <c:pt idx="95">
                  <c:v>1.3944437500000002</c:v>
                </c:pt>
                <c:pt idx="96">
                  <c:v>2.0815833333333345</c:v>
                </c:pt>
                <c:pt idx="97">
                  <c:v>4.3302895833333341</c:v>
                </c:pt>
                <c:pt idx="98">
                  <c:v>1.9100343750000004</c:v>
                </c:pt>
                <c:pt idx="99">
                  <c:v>1.3529697916666672</c:v>
                </c:pt>
                <c:pt idx="100">
                  <c:v>0.50888645833333312</c:v>
                </c:pt>
                <c:pt idx="101">
                  <c:v>0.37980833333333336</c:v>
                </c:pt>
                <c:pt idx="102">
                  <c:v>1.2215250000000002</c:v>
                </c:pt>
                <c:pt idx="103">
                  <c:v>4.1905885416666671</c:v>
                </c:pt>
                <c:pt idx="104">
                  <c:v>3.5848354166666656</c:v>
                </c:pt>
                <c:pt idx="105">
                  <c:v>3.7147239583333342</c:v>
                </c:pt>
                <c:pt idx="106">
                  <c:v>3.034572916666666</c:v>
                </c:pt>
                <c:pt idx="107">
                  <c:v>1.4758041666666661</c:v>
                </c:pt>
                <c:pt idx="108">
                  <c:v>1.7678062499999996</c:v>
                </c:pt>
                <c:pt idx="109">
                  <c:v>4.4155208333333338</c:v>
                </c:pt>
                <c:pt idx="110">
                  <c:v>3.2617968749999986</c:v>
                </c:pt>
                <c:pt idx="111">
                  <c:v>2.3629020833333327</c:v>
                </c:pt>
                <c:pt idx="112">
                  <c:v>1.2049020833333333</c:v>
                </c:pt>
                <c:pt idx="113">
                  <c:v>2.1119624999999984</c:v>
                </c:pt>
                <c:pt idx="114">
                  <c:v>3.0485906249999992</c:v>
                </c:pt>
                <c:pt idx="115">
                  <c:v>0.89312291666666654</c:v>
                </c:pt>
                <c:pt idx="116">
                  <c:v>0.76757083333333309</c:v>
                </c:pt>
                <c:pt idx="117">
                  <c:v>1.1397291666666667</c:v>
                </c:pt>
                <c:pt idx="118">
                  <c:v>4.7607520833333332</c:v>
                </c:pt>
                <c:pt idx="119">
                  <c:v>2.2995770833333338</c:v>
                </c:pt>
                <c:pt idx="120">
                  <c:v>3.4121822916666655</c:v>
                </c:pt>
                <c:pt idx="121">
                  <c:v>4.9074749999999998</c:v>
                </c:pt>
                <c:pt idx="122">
                  <c:v>4.4869500000000002</c:v>
                </c:pt>
                <c:pt idx="123">
                  <c:v>5.6302781249999967</c:v>
                </c:pt>
                <c:pt idx="124">
                  <c:v>4.9144104166666676</c:v>
                </c:pt>
                <c:pt idx="125">
                  <c:v>1.7733333333333337</c:v>
                </c:pt>
                <c:pt idx="126">
                  <c:v>3.2751635416666667</c:v>
                </c:pt>
                <c:pt idx="127">
                  <c:v>4.0691281249999998</c:v>
                </c:pt>
                <c:pt idx="128">
                  <c:v>0.92467708333333309</c:v>
                </c:pt>
                <c:pt idx="129">
                  <c:v>3.9336999999999991</c:v>
                </c:pt>
                <c:pt idx="130">
                  <c:v>0.57533958333333324</c:v>
                </c:pt>
                <c:pt idx="131">
                  <c:v>0.59196874999999993</c:v>
                </c:pt>
                <c:pt idx="132">
                  <c:v>4.3384843749999993</c:v>
                </c:pt>
                <c:pt idx="133">
                  <c:v>4.6231885416666634</c:v>
                </c:pt>
                <c:pt idx="134">
                  <c:v>5.0438729166666665</c:v>
                </c:pt>
                <c:pt idx="135">
                  <c:v>5.3380958333333322</c:v>
                </c:pt>
                <c:pt idx="136">
                  <c:v>5.0138854166666667</c:v>
                </c:pt>
                <c:pt idx="137">
                  <c:v>4.4233239583333344</c:v>
                </c:pt>
                <c:pt idx="138">
                  <c:v>2.6726729166666661</c:v>
                </c:pt>
                <c:pt idx="139">
                  <c:v>1.9369510416666669</c:v>
                </c:pt>
                <c:pt idx="140">
                  <c:v>2.0214916666666669</c:v>
                </c:pt>
                <c:pt idx="141">
                  <c:v>4.3543114583333349</c:v>
                </c:pt>
                <c:pt idx="142">
                  <c:v>3.4378958333333336</c:v>
                </c:pt>
                <c:pt idx="143">
                  <c:v>1.2573989583333336</c:v>
                </c:pt>
                <c:pt idx="144">
                  <c:v>0.60788750000000036</c:v>
                </c:pt>
                <c:pt idx="145">
                  <c:v>1.611913541666667</c:v>
                </c:pt>
                <c:pt idx="146">
                  <c:v>0.82455624999999999</c:v>
                </c:pt>
                <c:pt idx="147">
                  <c:v>1.5056718750000002</c:v>
                </c:pt>
                <c:pt idx="148">
                  <c:v>0.80688333333333351</c:v>
                </c:pt>
                <c:pt idx="149">
                  <c:v>3.1294927083333337</c:v>
                </c:pt>
                <c:pt idx="150">
                  <c:v>1.0302666666666667</c:v>
                </c:pt>
                <c:pt idx="151">
                  <c:v>2.652946875</c:v>
                </c:pt>
                <c:pt idx="152">
                  <c:v>5.3632375000000021</c:v>
                </c:pt>
                <c:pt idx="153">
                  <c:v>4.7419968750000008</c:v>
                </c:pt>
                <c:pt idx="154">
                  <c:v>2.0627656250000004</c:v>
                </c:pt>
                <c:pt idx="155">
                  <c:v>5.1833177083333331</c:v>
                </c:pt>
                <c:pt idx="156">
                  <c:v>0.83505937499999983</c:v>
                </c:pt>
                <c:pt idx="157">
                  <c:v>2.6288687500000001</c:v>
                </c:pt>
                <c:pt idx="158">
                  <c:v>3.2579968750000008</c:v>
                </c:pt>
                <c:pt idx="159">
                  <c:v>0.59456354166666681</c:v>
                </c:pt>
                <c:pt idx="160">
                  <c:v>5.075613541666665</c:v>
                </c:pt>
                <c:pt idx="161">
                  <c:v>3.4250572916666675</c:v>
                </c:pt>
                <c:pt idx="162">
                  <c:v>4.5173958333333354E-2</c:v>
                </c:pt>
                <c:pt idx="163">
                  <c:v>3.1131770833333334</c:v>
                </c:pt>
                <c:pt idx="164">
                  <c:v>1.5264291666666665</c:v>
                </c:pt>
                <c:pt idx="165">
                  <c:v>2.805161458333334</c:v>
                </c:pt>
                <c:pt idx="166">
                  <c:v>3.220488541666668</c:v>
                </c:pt>
                <c:pt idx="167">
                  <c:v>3.3205562499999997</c:v>
                </c:pt>
                <c:pt idx="168">
                  <c:v>1.4492031249999997</c:v>
                </c:pt>
                <c:pt idx="169">
                  <c:v>0.38686458333333323</c:v>
                </c:pt>
                <c:pt idx="170">
                  <c:v>1.5518270833333339</c:v>
                </c:pt>
                <c:pt idx="171">
                  <c:v>0.60247187499999988</c:v>
                </c:pt>
                <c:pt idx="172">
                  <c:v>0.78386562499999979</c:v>
                </c:pt>
                <c:pt idx="173">
                  <c:v>1.4376718749999997</c:v>
                </c:pt>
                <c:pt idx="174">
                  <c:v>1.2037197916666664</c:v>
                </c:pt>
                <c:pt idx="175">
                  <c:v>0.10299583333333334</c:v>
                </c:pt>
                <c:pt idx="176">
                  <c:v>0.45320729166666662</c:v>
                </c:pt>
                <c:pt idx="177">
                  <c:v>1.1072249999999999</c:v>
                </c:pt>
                <c:pt idx="178">
                  <c:v>1.3639604166666661</c:v>
                </c:pt>
                <c:pt idx="179">
                  <c:v>2.7208385416666654</c:v>
                </c:pt>
                <c:pt idx="180">
                  <c:v>0.69109166666666666</c:v>
                </c:pt>
                <c:pt idx="181">
                  <c:v>1.8767364583333335</c:v>
                </c:pt>
                <c:pt idx="182">
                  <c:v>3.3766843749999986</c:v>
                </c:pt>
                <c:pt idx="183">
                  <c:v>3.1308604166666649</c:v>
                </c:pt>
                <c:pt idx="184">
                  <c:v>2.5076708333333322</c:v>
                </c:pt>
                <c:pt idx="185">
                  <c:v>5.3115791666666654</c:v>
                </c:pt>
                <c:pt idx="186">
                  <c:v>0.63749583333333326</c:v>
                </c:pt>
                <c:pt idx="187">
                  <c:v>2.1040312499999998</c:v>
                </c:pt>
                <c:pt idx="188">
                  <c:v>3.1244979166666687</c:v>
                </c:pt>
                <c:pt idx="189">
                  <c:v>0.87910208333333317</c:v>
                </c:pt>
                <c:pt idx="190">
                  <c:v>2.2305687500000002</c:v>
                </c:pt>
                <c:pt idx="191">
                  <c:v>4.2555666666666667</c:v>
                </c:pt>
                <c:pt idx="192">
                  <c:v>0.33877395833333324</c:v>
                </c:pt>
                <c:pt idx="193">
                  <c:v>4.357757291666668</c:v>
                </c:pt>
                <c:pt idx="194">
                  <c:v>3.7168687500000002</c:v>
                </c:pt>
                <c:pt idx="195">
                  <c:v>4.1141125000000018</c:v>
                </c:pt>
                <c:pt idx="196">
                  <c:v>1.8938270833333335</c:v>
                </c:pt>
                <c:pt idx="197">
                  <c:v>4.0057124999999978</c:v>
                </c:pt>
                <c:pt idx="198">
                  <c:v>2.5828718749999995</c:v>
                </c:pt>
                <c:pt idx="199">
                  <c:v>0.77057916666666659</c:v>
                </c:pt>
                <c:pt idx="200">
                  <c:v>0.51461979166666638</c:v>
                </c:pt>
                <c:pt idx="201">
                  <c:v>1.9011291666666654</c:v>
                </c:pt>
                <c:pt idx="202">
                  <c:v>1.5626281249999996</c:v>
                </c:pt>
                <c:pt idx="203">
                  <c:v>1.4476541666666665</c:v>
                </c:pt>
                <c:pt idx="204">
                  <c:v>2.1550052083333329</c:v>
                </c:pt>
                <c:pt idx="205">
                  <c:v>2.3058500000000013</c:v>
                </c:pt>
                <c:pt idx="206">
                  <c:v>1.7899791666666676</c:v>
                </c:pt>
                <c:pt idx="207">
                  <c:v>1.3186635416666665</c:v>
                </c:pt>
                <c:pt idx="208">
                  <c:v>0.17088437500000001</c:v>
                </c:pt>
                <c:pt idx="209">
                  <c:v>1.3646593749999998</c:v>
                </c:pt>
                <c:pt idx="210">
                  <c:v>0.92083020833333329</c:v>
                </c:pt>
                <c:pt idx="211">
                  <c:v>0.21051666666666669</c:v>
                </c:pt>
                <c:pt idx="212">
                  <c:v>0.64935833333333348</c:v>
                </c:pt>
                <c:pt idx="213">
                  <c:v>3.8402010416666665</c:v>
                </c:pt>
                <c:pt idx="214">
                  <c:v>1.7541968750000005</c:v>
                </c:pt>
                <c:pt idx="215">
                  <c:v>4.2385041666666687</c:v>
                </c:pt>
                <c:pt idx="216">
                  <c:v>2.4095666666666671</c:v>
                </c:pt>
                <c:pt idx="217">
                  <c:v>0.16956354166666665</c:v>
                </c:pt>
                <c:pt idx="218">
                  <c:v>3.6581541666666659</c:v>
                </c:pt>
                <c:pt idx="219">
                  <c:v>1.1375083333333333</c:v>
                </c:pt>
                <c:pt idx="220">
                  <c:v>1.4200718749999999</c:v>
                </c:pt>
                <c:pt idx="221">
                  <c:v>1.4902427083333332</c:v>
                </c:pt>
                <c:pt idx="222">
                  <c:v>3.1091156249999998</c:v>
                </c:pt>
                <c:pt idx="223">
                  <c:v>2.757462499999999</c:v>
                </c:pt>
                <c:pt idx="224">
                  <c:v>4.5993385416666666</c:v>
                </c:pt>
                <c:pt idx="225">
                  <c:v>2.1924156249999998</c:v>
                </c:pt>
                <c:pt idx="226">
                  <c:v>1.2765197916666671</c:v>
                </c:pt>
                <c:pt idx="227">
                  <c:v>1.8225145833333329</c:v>
                </c:pt>
                <c:pt idx="228">
                  <c:v>1.3028156250000005</c:v>
                </c:pt>
                <c:pt idx="229">
                  <c:v>0.310475</c:v>
                </c:pt>
                <c:pt idx="230">
                  <c:v>0.8296677083333337</c:v>
                </c:pt>
                <c:pt idx="231">
                  <c:v>0.95726875000000033</c:v>
                </c:pt>
                <c:pt idx="232">
                  <c:v>2.2317937500000014</c:v>
                </c:pt>
                <c:pt idx="233">
                  <c:v>4.504365625000001</c:v>
                </c:pt>
                <c:pt idx="234">
                  <c:v>4.9620739583333338</c:v>
                </c:pt>
                <c:pt idx="235">
                  <c:v>4.6002312499999993</c:v>
                </c:pt>
                <c:pt idx="236">
                  <c:v>2.7732989583333327</c:v>
                </c:pt>
                <c:pt idx="237">
                  <c:v>4.2661552083333341</c:v>
                </c:pt>
                <c:pt idx="238">
                  <c:v>3.4320239583333327</c:v>
                </c:pt>
                <c:pt idx="239">
                  <c:v>1.4215687499999996</c:v>
                </c:pt>
                <c:pt idx="240">
                  <c:v>2.0607947916666665</c:v>
                </c:pt>
                <c:pt idx="241">
                  <c:v>1.6385979166666673</c:v>
                </c:pt>
                <c:pt idx="242">
                  <c:v>0.63302708333333302</c:v>
                </c:pt>
                <c:pt idx="243">
                  <c:v>1.078940625</c:v>
                </c:pt>
                <c:pt idx="244">
                  <c:v>0.74803541666666673</c:v>
                </c:pt>
                <c:pt idx="245">
                  <c:v>5.0618500000000033</c:v>
                </c:pt>
                <c:pt idx="246">
                  <c:v>5.7064020833333355</c:v>
                </c:pt>
                <c:pt idx="247">
                  <c:v>4.5624020833333354</c:v>
                </c:pt>
                <c:pt idx="248">
                  <c:v>0.52892499999999965</c:v>
                </c:pt>
                <c:pt idx="249">
                  <c:v>4.8537937500000012</c:v>
                </c:pt>
                <c:pt idx="250">
                  <c:v>2.0722125</c:v>
                </c:pt>
                <c:pt idx="251">
                  <c:v>3.967580208333334</c:v>
                </c:pt>
                <c:pt idx="252">
                  <c:v>2.2692083333333328</c:v>
                </c:pt>
                <c:pt idx="253">
                  <c:v>2.9830822916666659</c:v>
                </c:pt>
                <c:pt idx="254">
                  <c:v>1.3195979166666674</c:v>
                </c:pt>
                <c:pt idx="255">
                  <c:v>4.9951489583333331</c:v>
                </c:pt>
                <c:pt idx="256">
                  <c:v>3.0481437499999995</c:v>
                </c:pt>
                <c:pt idx="257">
                  <c:v>1.9546885416666662</c:v>
                </c:pt>
                <c:pt idx="258">
                  <c:v>1.1940322916666661</c:v>
                </c:pt>
                <c:pt idx="259">
                  <c:v>2.4213677083333347</c:v>
                </c:pt>
                <c:pt idx="260">
                  <c:v>2.4782562500000003</c:v>
                </c:pt>
                <c:pt idx="261">
                  <c:v>1.7440739583333331</c:v>
                </c:pt>
                <c:pt idx="262">
                  <c:v>2.168535416666665</c:v>
                </c:pt>
                <c:pt idx="263">
                  <c:v>2.852668749999999</c:v>
                </c:pt>
                <c:pt idx="264">
                  <c:v>1.7295375000000002</c:v>
                </c:pt>
                <c:pt idx="265">
                  <c:v>0.64108020833333346</c:v>
                </c:pt>
                <c:pt idx="266">
                  <c:v>0.53029166666666672</c:v>
                </c:pt>
                <c:pt idx="267">
                  <c:v>2.4393645833333335</c:v>
                </c:pt>
                <c:pt idx="268">
                  <c:v>3.5257895833333328</c:v>
                </c:pt>
                <c:pt idx="269">
                  <c:v>3.7129458333333338</c:v>
                </c:pt>
                <c:pt idx="270">
                  <c:v>4.6180520833333336</c:v>
                </c:pt>
                <c:pt idx="271">
                  <c:v>5.665738541666669</c:v>
                </c:pt>
                <c:pt idx="272">
                  <c:v>2.3108541666666662</c:v>
                </c:pt>
                <c:pt idx="273">
                  <c:v>5.5318270833333347</c:v>
                </c:pt>
                <c:pt idx="274">
                  <c:v>0.62925312499999986</c:v>
                </c:pt>
                <c:pt idx="275">
                  <c:v>3.2747562499999998</c:v>
                </c:pt>
                <c:pt idx="276">
                  <c:v>5.9767697916666664</c:v>
                </c:pt>
                <c:pt idx="277">
                  <c:v>4.4362614583333349</c:v>
                </c:pt>
                <c:pt idx="278">
                  <c:v>0.44527395833333339</c:v>
                </c:pt>
                <c:pt idx="279">
                  <c:v>3.3955333333333324</c:v>
                </c:pt>
                <c:pt idx="280">
                  <c:v>3.0241593749999995</c:v>
                </c:pt>
                <c:pt idx="281">
                  <c:v>3.9951510416666678</c:v>
                </c:pt>
                <c:pt idx="282">
                  <c:v>4.9318562500000009</c:v>
                </c:pt>
                <c:pt idx="283">
                  <c:v>4.2413864583333334</c:v>
                </c:pt>
                <c:pt idx="284">
                  <c:v>0.64944791666666635</c:v>
                </c:pt>
                <c:pt idx="285">
                  <c:v>2.3639541666666668</c:v>
                </c:pt>
                <c:pt idx="286">
                  <c:v>4.9004645833333322</c:v>
                </c:pt>
                <c:pt idx="287">
                  <c:v>2.0835750000000002</c:v>
                </c:pt>
                <c:pt idx="288">
                  <c:v>2.0562177083333335</c:v>
                </c:pt>
                <c:pt idx="289">
                  <c:v>5.5127968749999976</c:v>
                </c:pt>
                <c:pt idx="290">
                  <c:v>4.2914552083333337</c:v>
                </c:pt>
                <c:pt idx="291">
                  <c:v>0.8350395833333335</c:v>
                </c:pt>
                <c:pt idx="292">
                  <c:v>1.8381458333333334</c:v>
                </c:pt>
                <c:pt idx="293">
                  <c:v>4.5617624999999986</c:v>
                </c:pt>
                <c:pt idx="294">
                  <c:v>4.4875416666666661</c:v>
                </c:pt>
                <c:pt idx="295">
                  <c:v>3.1428437499999986</c:v>
                </c:pt>
                <c:pt idx="296">
                  <c:v>2.0933718750000003</c:v>
                </c:pt>
                <c:pt idx="297">
                  <c:v>2.1624968749999991</c:v>
                </c:pt>
                <c:pt idx="298">
                  <c:v>0.8663802083333334</c:v>
                </c:pt>
                <c:pt idx="299">
                  <c:v>0.98512812499999969</c:v>
                </c:pt>
                <c:pt idx="300">
                  <c:v>2.3855460000000002</c:v>
                </c:pt>
                <c:pt idx="301">
                  <c:v>3.9039239583333329</c:v>
                </c:pt>
                <c:pt idx="302">
                  <c:v>1.0933458333333326</c:v>
                </c:pt>
                <c:pt idx="303">
                  <c:v>2.073519791666667</c:v>
                </c:pt>
                <c:pt idx="304">
                  <c:v>3.7705729166666662</c:v>
                </c:pt>
                <c:pt idx="305">
                  <c:v>1.3142677083333336</c:v>
                </c:pt>
                <c:pt idx="306">
                  <c:v>4.6136625000000011</c:v>
                </c:pt>
                <c:pt idx="307">
                  <c:v>5.5415062499999985</c:v>
                </c:pt>
                <c:pt idx="308">
                  <c:v>4.3079572916666669</c:v>
                </c:pt>
                <c:pt idx="309">
                  <c:v>0.51208749999999958</c:v>
                </c:pt>
                <c:pt idx="310">
                  <c:v>4.2033624999999999</c:v>
                </c:pt>
                <c:pt idx="311">
                  <c:v>1.4107895833333333</c:v>
                </c:pt>
                <c:pt idx="312">
                  <c:v>1.9208770833333331</c:v>
                </c:pt>
                <c:pt idx="313">
                  <c:v>3.1493208333333356</c:v>
                </c:pt>
                <c:pt idx="314">
                  <c:v>5.1145572916666673</c:v>
                </c:pt>
                <c:pt idx="315">
                  <c:v>4.0076229166666666</c:v>
                </c:pt>
                <c:pt idx="316">
                  <c:v>0.95334999999999981</c:v>
                </c:pt>
                <c:pt idx="317">
                  <c:v>3.0592510416666667</c:v>
                </c:pt>
                <c:pt idx="318">
                  <c:v>4.7256208333333323</c:v>
                </c:pt>
                <c:pt idx="319">
                  <c:v>3.5721593749999991</c:v>
                </c:pt>
                <c:pt idx="320">
                  <c:v>5.5968937499999996</c:v>
                </c:pt>
                <c:pt idx="321">
                  <c:v>5.8317552083333331</c:v>
                </c:pt>
                <c:pt idx="322">
                  <c:v>5.1196760416666658</c:v>
                </c:pt>
                <c:pt idx="323">
                  <c:v>1.5905916666666668</c:v>
                </c:pt>
                <c:pt idx="324">
                  <c:v>2.335141666666666</c:v>
                </c:pt>
                <c:pt idx="325">
                  <c:v>3.5002010416666667</c:v>
                </c:pt>
                <c:pt idx="326">
                  <c:v>3.9017239583333327</c:v>
                </c:pt>
                <c:pt idx="327">
                  <c:v>4.9225999999999983</c:v>
                </c:pt>
                <c:pt idx="328">
                  <c:v>5.1689114583333344</c:v>
                </c:pt>
                <c:pt idx="329">
                  <c:v>4.8742666666666654</c:v>
                </c:pt>
                <c:pt idx="330">
                  <c:v>4.9808770833333336</c:v>
                </c:pt>
                <c:pt idx="331">
                  <c:v>3.2569312500000009</c:v>
                </c:pt>
                <c:pt idx="332">
                  <c:v>3.6220916666666678</c:v>
                </c:pt>
                <c:pt idx="333">
                  <c:v>1.9696364583333319</c:v>
                </c:pt>
                <c:pt idx="334">
                  <c:v>4.3019552083333341</c:v>
                </c:pt>
                <c:pt idx="335">
                  <c:v>3.6418885416666673</c:v>
                </c:pt>
                <c:pt idx="336">
                  <c:v>3.1564916666666667</c:v>
                </c:pt>
                <c:pt idx="337">
                  <c:v>0.62082395833333348</c:v>
                </c:pt>
                <c:pt idx="338">
                  <c:v>4.5790260416666655</c:v>
                </c:pt>
                <c:pt idx="339">
                  <c:v>3.0355270833333323</c:v>
                </c:pt>
                <c:pt idx="340">
                  <c:v>3.4538124999999997</c:v>
                </c:pt>
                <c:pt idx="341">
                  <c:v>1.0743614583333336</c:v>
                </c:pt>
                <c:pt idx="342">
                  <c:v>1.7890177083333336</c:v>
                </c:pt>
                <c:pt idx="343">
                  <c:v>1.3536552083333333</c:v>
                </c:pt>
                <c:pt idx="344">
                  <c:v>4.8267333333333324</c:v>
                </c:pt>
                <c:pt idx="345">
                  <c:v>1.0097395833333336</c:v>
                </c:pt>
                <c:pt idx="346">
                  <c:v>0.7209916666666667</c:v>
                </c:pt>
                <c:pt idx="347">
                  <c:v>0.65834479166666648</c:v>
                </c:pt>
                <c:pt idx="348">
                  <c:v>4.1770489583333328</c:v>
                </c:pt>
                <c:pt idx="349">
                  <c:v>5.044333333333336</c:v>
                </c:pt>
                <c:pt idx="350">
                  <c:v>4.1124760416666657</c:v>
                </c:pt>
                <c:pt idx="351">
                  <c:v>4.6360239583333325</c:v>
                </c:pt>
                <c:pt idx="352">
                  <c:v>4.6240104166666667</c:v>
                </c:pt>
                <c:pt idx="353">
                  <c:v>4.7765677083333351</c:v>
                </c:pt>
                <c:pt idx="354">
                  <c:v>4.8943520833333327</c:v>
                </c:pt>
                <c:pt idx="355">
                  <c:v>4.8866927083333316</c:v>
                </c:pt>
                <c:pt idx="356">
                  <c:v>5.0452322916666681</c:v>
                </c:pt>
                <c:pt idx="357">
                  <c:v>3.7105135416666668</c:v>
                </c:pt>
                <c:pt idx="358">
                  <c:v>2.252611458333333</c:v>
                </c:pt>
                <c:pt idx="359">
                  <c:v>2.0011999999999999</c:v>
                </c:pt>
                <c:pt idx="360">
                  <c:v>0.93718125000000019</c:v>
                </c:pt>
                <c:pt idx="361">
                  <c:v>0.27296874999999993</c:v>
                </c:pt>
                <c:pt idx="362">
                  <c:v>0.79578333333333384</c:v>
                </c:pt>
                <c:pt idx="363">
                  <c:v>3.9764354166666691</c:v>
                </c:pt>
                <c:pt idx="364">
                  <c:v>4.6494958333333338</c:v>
                </c:pt>
                <c:pt idx="365">
                  <c:v>4.4583447916666676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F81-45FC-A87D-DD2DB7F3A4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8776032"/>
        <c:axId val="1988776512"/>
      </c:scatterChart>
      <c:valAx>
        <c:axId val="1988776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8776512"/>
        <c:crosses val="autoZero"/>
        <c:crossBetween val="midCat"/>
      </c:valAx>
      <c:valAx>
        <c:axId val="1988776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87760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Solar</a:t>
            </a:r>
            <a:r>
              <a:rPr lang="en-US" b="1" baseline="0" dirty="0">
                <a:solidFill>
                  <a:schemeClr val="tx1"/>
                </a:solidFill>
              </a:rPr>
              <a:t> vs Total Wind (GW) in 2024  </a:t>
            </a:r>
            <a:endParaRPr lang="en-US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Solar!$H$4:$H$369</c:f>
              <c:numCache>
                <c:formatCode>General</c:formatCode>
                <c:ptCount val="366"/>
                <c:pt idx="0">
                  <c:v>32.439483333333342</c:v>
                </c:pt>
                <c:pt idx="1">
                  <c:v>32.875144791666663</c:v>
                </c:pt>
                <c:pt idx="2">
                  <c:v>16.022351041666667</c:v>
                </c:pt>
                <c:pt idx="3">
                  <c:v>17.175623958333333</c:v>
                </c:pt>
                <c:pt idx="4">
                  <c:v>20.263059374999994</c:v>
                </c:pt>
                <c:pt idx="5">
                  <c:v>11.925803124999996</c:v>
                </c:pt>
                <c:pt idx="6">
                  <c:v>9.1804031249999962</c:v>
                </c:pt>
                <c:pt idx="7">
                  <c:v>3.5480458333333327</c:v>
                </c:pt>
                <c:pt idx="8">
                  <c:v>13.271901041666668</c:v>
                </c:pt>
                <c:pt idx="9">
                  <c:v>23.126741666666664</c:v>
                </c:pt>
                <c:pt idx="10">
                  <c:v>20.243063541666661</c:v>
                </c:pt>
                <c:pt idx="11">
                  <c:v>14.822855208333328</c:v>
                </c:pt>
                <c:pt idx="12">
                  <c:v>30.636880208333324</c:v>
                </c:pt>
                <c:pt idx="13">
                  <c:v>31.32216979166666</c:v>
                </c:pt>
                <c:pt idx="14">
                  <c:v>32.795610416666662</c:v>
                </c:pt>
                <c:pt idx="15">
                  <c:v>18.55321145833333</c:v>
                </c:pt>
                <c:pt idx="16">
                  <c:v>14.107582291666665</c:v>
                </c:pt>
                <c:pt idx="17">
                  <c:v>11.663243749999999</c:v>
                </c:pt>
                <c:pt idx="18">
                  <c:v>27.590077083333341</c:v>
                </c:pt>
                <c:pt idx="19">
                  <c:v>29.034682291666655</c:v>
                </c:pt>
                <c:pt idx="20">
                  <c:v>37.173862500000006</c:v>
                </c:pt>
                <c:pt idx="21">
                  <c:v>46.166720833333358</c:v>
                </c:pt>
                <c:pt idx="22">
                  <c:v>42.107477083333336</c:v>
                </c:pt>
                <c:pt idx="23">
                  <c:v>47.945526041666668</c:v>
                </c:pt>
                <c:pt idx="24">
                  <c:v>25.817115625000007</c:v>
                </c:pt>
                <c:pt idx="25">
                  <c:v>34.456769791666673</c:v>
                </c:pt>
                <c:pt idx="26">
                  <c:v>22.556627083333332</c:v>
                </c:pt>
                <c:pt idx="27">
                  <c:v>18.197745833333336</c:v>
                </c:pt>
                <c:pt idx="28">
                  <c:v>16.593857291666669</c:v>
                </c:pt>
                <c:pt idx="29">
                  <c:v>21.158367708333348</c:v>
                </c:pt>
                <c:pt idx="30">
                  <c:v>24.194951041666663</c:v>
                </c:pt>
                <c:pt idx="31">
                  <c:v>32.595180208333332</c:v>
                </c:pt>
                <c:pt idx="32">
                  <c:v>34.284396874999992</c:v>
                </c:pt>
                <c:pt idx="33">
                  <c:v>15.173613541666663</c:v>
                </c:pt>
                <c:pt idx="34">
                  <c:v>34.325639583333341</c:v>
                </c:pt>
                <c:pt idx="35">
                  <c:v>25.481883333333339</c:v>
                </c:pt>
                <c:pt idx="36">
                  <c:v>15.353260416666668</c:v>
                </c:pt>
                <c:pt idx="37">
                  <c:v>13.901047916666668</c:v>
                </c:pt>
                <c:pt idx="38">
                  <c:v>3.4110187499999998</c:v>
                </c:pt>
                <c:pt idx="39">
                  <c:v>9.5020645833333361</c:v>
                </c:pt>
                <c:pt idx="40">
                  <c:v>14.702214583333335</c:v>
                </c:pt>
                <c:pt idx="41">
                  <c:v>5.8009104166666674</c:v>
                </c:pt>
                <c:pt idx="42">
                  <c:v>23.165897916666665</c:v>
                </c:pt>
                <c:pt idx="43">
                  <c:v>19.865079166666671</c:v>
                </c:pt>
                <c:pt idx="44">
                  <c:v>22.113112500000003</c:v>
                </c:pt>
                <c:pt idx="45">
                  <c:v>15.673167708333336</c:v>
                </c:pt>
                <c:pt idx="46">
                  <c:v>24.283562499999999</c:v>
                </c:pt>
                <c:pt idx="47">
                  <c:v>13.179884375</c:v>
                </c:pt>
                <c:pt idx="48">
                  <c:v>19.272188541666662</c:v>
                </c:pt>
                <c:pt idx="49">
                  <c:v>27.025182291666663</c:v>
                </c:pt>
                <c:pt idx="50">
                  <c:v>24.287326041666667</c:v>
                </c:pt>
                <c:pt idx="51">
                  <c:v>28.175863541666672</c:v>
                </c:pt>
                <c:pt idx="52">
                  <c:v>33.956452083333332</c:v>
                </c:pt>
                <c:pt idx="53">
                  <c:v>35.435555208333341</c:v>
                </c:pt>
                <c:pt idx="54">
                  <c:v>17.326946875000001</c:v>
                </c:pt>
                <c:pt idx="55">
                  <c:v>13.242860416666668</c:v>
                </c:pt>
                <c:pt idx="56">
                  <c:v>12.852095833333335</c:v>
                </c:pt>
                <c:pt idx="57">
                  <c:v>6.4356197916666673</c:v>
                </c:pt>
                <c:pt idx="58">
                  <c:v>6.7397937499999987</c:v>
                </c:pt>
                <c:pt idx="59">
                  <c:v>21.082437500000001</c:v>
                </c:pt>
                <c:pt idx="60">
                  <c:v>40.72678333333333</c:v>
                </c:pt>
                <c:pt idx="61">
                  <c:v>38.619247916666666</c:v>
                </c:pt>
                <c:pt idx="62">
                  <c:v>14.800161458333335</c:v>
                </c:pt>
                <c:pt idx="63">
                  <c:v>15.588056250000001</c:v>
                </c:pt>
                <c:pt idx="64">
                  <c:v>19.284728124999997</c:v>
                </c:pt>
                <c:pt idx="65">
                  <c:v>8.7855552083333333</c:v>
                </c:pt>
                <c:pt idx="66">
                  <c:v>10.456125000000004</c:v>
                </c:pt>
                <c:pt idx="67">
                  <c:v>3.034852083333333</c:v>
                </c:pt>
                <c:pt idx="68">
                  <c:v>4.7162427083333336</c:v>
                </c:pt>
                <c:pt idx="69">
                  <c:v>13.860480208333334</c:v>
                </c:pt>
                <c:pt idx="70">
                  <c:v>6.302967708333334</c:v>
                </c:pt>
                <c:pt idx="71">
                  <c:v>16.520163541666673</c:v>
                </c:pt>
                <c:pt idx="72">
                  <c:v>11.639903125000002</c:v>
                </c:pt>
                <c:pt idx="73">
                  <c:v>16.524389583333331</c:v>
                </c:pt>
                <c:pt idx="74">
                  <c:v>24.78227291666666</c:v>
                </c:pt>
                <c:pt idx="75">
                  <c:v>25.700037500000004</c:v>
                </c:pt>
                <c:pt idx="76">
                  <c:v>9.8458114583333316</c:v>
                </c:pt>
                <c:pt idx="77">
                  <c:v>11.259786458333334</c:v>
                </c:pt>
                <c:pt idx="78">
                  <c:v>7.4921458333333337</c:v>
                </c:pt>
                <c:pt idx="79">
                  <c:v>2.3581760416666673</c:v>
                </c:pt>
                <c:pt idx="80">
                  <c:v>10.890507291666665</c:v>
                </c:pt>
                <c:pt idx="81">
                  <c:v>18.979651041666667</c:v>
                </c:pt>
                <c:pt idx="82">
                  <c:v>23.509244791666667</c:v>
                </c:pt>
                <c:pt idx="83">
                  <c:v>32.554532291666682</c:v>
                </c:pt>
                <c:pt idx="84">
                  <c:v>11.699148958333332</c:v>
                </c:pt>
                <c:pt idx="85">
                  <c:v>18.972926041666664</c:v>
                </c:pt>
                <c:pt idx="86">
                  <c:v>12.328240625000007</c:v>
                </c:pt>
                <c:pt idx="87">
                  <c:v>26.002420833333325</c:v>
                </c:pt>
                <c:pt idx="88">
                  <c:v>24.627176041666665</c:v>
                </c:pt>
                <c:pt idx="89">
                  <c:v>12.379038541666665</c:v>
                </c:pt>
                <c:pt idx="90">
                  <c:v>5.7333228260869564</c:v>
                </c:pt>
                <c:pt idx="91">
                  <c:v>25.833123958333331</c:v>
                </c:pt>
                <c:pt idx="92">
                  <c:v>42.33187187499999</c:v>
                </c:pt>
                <c:pt idx="93">
                  <c:v>8.9177437499999996</c:v>
                </c:pt>
                <c:pt idx="94">
                  <c:v>27.811700000000002</c:v>
                </c:pt>
                <c:pt idx="95">
                  <c:v>4.3200489583333326</c:v>
                </c:pt>
                <c:pt idx="96">
                  <c:v>5.3567593750000002</c:v>
                </c:pt>
                <c:pt idx="97">
                  <c:v>22.698554166666661</c:v>
                </c:pt>
                <c:pt idx="98">
                  <c:v>11.190289583333334</c:v>
                </c:pt>
                <c:pt idx="99">
                  <c:v>5.3226989583333353</c:v>
                </c:pt>
                <c:pt idx="100">
                  <c:v>7.894712499999998</c:v>
                </c:pt>
                <c:pt idx="101">
                  <c:v>4.5306062500000008</c:v>
                </c:pt>
                <c:pt idx="102">
                  <c:v>7.3319343749999986</c:v>
                </c:pt>
                <c:pt idx="103">
                  <c:v>19.813591666666664</c:v>
                </c:pt>
                <c:pt idx="104">
                  <c:v>22.810240624999999</c:v>
                </c:pt>
                <c:pt idx="105">
                  <c:v>21.881385416666674</c:v>
                </c:pt>
                <c:pt idx="106">
                  <c:v>27.126932291666655</c:v>
                </c:pt>
                <c:pt idx="107">
                  <c:v>6.5191583333333307</c:v>
                </c:pt>
                <c:pt idx="108">
                  <c:v>7.2251208333333317</c:v>
                </c:pt>
                <c:pt idx="109">
                  <c:v>29.864386458333342</c:v>
                </c:pt>
                <c:pt idx="110">
                  <c:v>16.057211458333335</c:v>
                </c:pt>
                <c:pt idx="111">
                  <c:v>11.053488541666667</c:v>
                </c:pt>
                <c:pt idx="112">
                  <c:v>5.7585572916666674</c:v>
                </c:pt>
                <c:pt idx="113">
                  <c:v>6.0826479166666658</c:v>
                </c:pt>
                <c:pt idx="114">
                  <c:v>10.014433333333331</c:v>
                </c:pt>
                <c:pt idx="115">
                  <c:v>7.3893395833333333</c:v>
                </c:pt>
                <c:pt idx="116">
                  <c:v>8.4620749999999987</c:v>
                </c:pt>
                <c:pt idx="117">
                  <c:v>9.1520874999999968</c:v>
                </c:pt>
                <c:pt idx="118">
                  <c:v>22.631726041666667</c:v>
                </c:pt>
                <c:pt idx="119">
                  <c:v>6.9795229166666655</c:v>
                </c:pt>
                <c:pt idx="120">
                  <c:v>11.872457291666665</c:v>
                </c:pt>
                <c:pt idx="121">
                  <c:v>22.562938541666657</c:v>
                </c:pt>
                <c:pt idx="122">
                  <c:v>45.604785416666651</c:v>
                </c:pt>
                <c:pt idx="123">
                  <c:v>14.032142708333332</c:v>
                </c:pt>
                <c:pt idx="124">
                  <c:v>29.005458333333337</c:v>
                </c:pt>
                <c:pt idx="125">
                  <c:v>13.683790625</c:v>
                </c:pt>
                <c:pt idx="126">
                  <c:v>14.722708333333335</c:v>
                </c:pt>
                <c:pt idx="127">
                  <c:v>19.864295833333337</c:v>
                </c:pt>
                <c:pt idx="128">
                  <c:v>3.0545208333333327</c:v>
                </c:pt>
                <c:pt idx="129">
                  <c:v>24.892513541666666</c:v>
                </c:pt>
                <c:pt idx="130">
                  <c:v>3.2774239583333342</c:v>
                </c:pt>
                <c:pt idx="131">
                  <c:v>4.1508520833333336</c:v>
                </c:pt>
                <c:pt idx="132">
                  <c:v>25.353509374999998</c:v>
                </c:pt>
                <c:pt idx="133">
                  <c:v>18.692312499999996</c:v>
                </c:pt>
                <c:pt idx="134">
                  <c:v>23.399756250000003</c:v>
                </c:pt>
                <c:pt idx="135">
                  <c:v>26.676211458333341</c:v>
                </c:pt>
                <c:pt idx="136">
                  <c:v>25.938277083333325</c:v>
                </c:pt>
                <c:pt idx="137">
                  <c:v>22.779668749999999</c:v>
                </c:pt>
                <c:pt idx="138">
                  <c:v>10.277932291666666</c:v>
                </c:pt>
                <c:pt idx="139">
                  <c:v>5.4995281250000003</c:v>
                </c:pt>
                <c:pt idx="140">
                  <c:v>4.6655072916666667</c:v>
                </c:pt>
                <c:pt idx="141">
                  <c:v>17.381039583333337</c:v>
                </c:pt>
                <c:pt idx="142">
                  <c:v>15.196057291666662</c:v>
                </c:pt>
                <c:pt idx="143">
                  <c:v>6.1782760416666678</c:v>
                </c:pt>
                <c:pt idx="144">
                  <c:v>4.0736020833333342</c:v>
                </c:pt>
                <c:pt idx="145">
                  <c:v>4.4127416666666672</c:v>
                </c:pt>
                <c:pt idx="146">
                  <c:v>3.323017708333333</c:v>
                </c:pt>
                <c:pt idx="147">
                  <c:v>5.2510177083333334</c:v>
                </c:pt>
                <c:pt idx="148">
                  <c:v>8.3999854166666683</c:v>
                </c:pt>
                <c:pt idx="149">
                  <c:v>15.583530208333332</c:v>
                </c:pt>
                <c:pt idx="150">
                  <c:v>3.5054583333333338</c:v>
                </c:pt>
                <c:pt idx="151">
                  <c:v>7.6649125000000007</c:v>
                </c:pt>
                <c:pt idx="152">
                  <c:v>18.350636458333334</c:v>
                </c:pt>
                <c:pt idx="153">
                  <c:v>47.61747604166667</c:v>
                </c:pt>
                <c:pt idx="154">
                  <c:v>5.7837114583333333</c:v>
                </c:pt>
                <c:pt idx="155">
                  <c:v>20.762148958333327</c:v>
                </c:pt>
                <c:pt idx="156">
                  <c:v>5.6621781250000005</c:v>
                </c:pt>
                <c:pt idx="157">
                  <c:v>7.2031364583333346</c:v>
                </c:pt>
                <c:pt idx="158">
                  <c:v>22.235403125000012</c:v>
                </c:pt>
                <c:pt idx="159">
                  <c:v>2.9500458333333337</c:v>
                </c:pt>
                <c:pt idx="160">
                  <c:v>21.455738541666673</c:v>
                </c:pt>
                <c:pt idx="161">
                  <c:v>11.253185416666666</c:v>
                </c:pt>
                <c:pt idx="162">
                  <c:v>0.57978645833333342</c:v>
                </c:pt>
                <c:pt idx="163">
                  <c:v>31.427974999999993</c:v>
                </c:pt>
                <c:pt idx="164">
                  <c:v>5.4723447916666652</c:v>
                </c:pt>
                <c:pt idx="165">
                  <c:v>13.829027083333335</c:v>
                </c:pt>
                <c:pt idx="166">
                  <c:v>22.532076041666663</c:v>
                </c:pt>
                <c:pt idx="167">
                  <c:v>13.259568749999998</c:v>
                </c:pt>
                <c:pt idx="168">
                  <c:v>6.391745833333335</c:v>
                </c:pt>
                <c:pt idx="169">
                  <c:v>2.8158062499999987</c:v>
                </c:pt>
                <c:pt idx="170">
                  <c:v>7.736225000000001</c:v>
                </c:pt>
                <c:pt idx="171">
                  <c:v>4.4100916666666663</c:v>
                </c:pt>
                <c:pt idx="172">
                  <c:v>7.0386770833333321</c:v>
                </c:pt>
                <c:pt idx="173">
                  <c:v>13.629782291666668</c:v>
                </c:pt>
                <c:pt idx="174">
                  <c:v>5.6631677083333338</c:v>
                </c:pt>
                <c:pt idx="175">
                  <c:v>2.6039812500000021</c:v>
                </c:pt>
                <c:pt idx="176">
                  <c:v>6.1440843750000003</c:v>
                </c:pt>
                <c:pt idx="177">
                  <c:v>6.3962322916666672</c:v>
                </c:pt>
                <c:pt idx="178">
                  <c:v>5.200471874999999</c:v>
                </c:pt>
                <c:pt idx="179">
                  <c:v>12.554501041666665</c:v>
                </c:pt>
                <c:pt idx="180">
                  <c:v>3.4318958333333351</c:v>
                </c:pt>
                <c:pt idx="181">
                  <c:v>13.887113541666665</c:v>
                </c:pt>
                <c:pt idx="182">
                  <c:v>19.071446874999996</c:v>
                </c:pt>
                <c:pt idx="183">
                  <c:v>24.647730208333339</c:v>
                </c:pt>
                <c:pt idx="184">
                  <c:v>12.819827083333328</c:v>
                </c:pt>
                <c:pt idx="185">
                  <c:v>20.725680208333326</c:v>
                </c:pt>
                <c:pt idx="186">
                  <c:v>5.9094427083333336</c:v>
                </c:pt>
                <c:pt idx="187">
                  <c:v>5.118170833333334</c:v>
                </c:pt>
                <c:pt idx="188">
                  <c:v>13.624924999999999</c:v>
                </c:pt>
                <c:pt idx="189">
                  <c:v>5.568303124999999</c:v>
                </c:pt>
                <c:pt idx="190">
                  <c:v>7.0603885416666659</c:v>
                </c:pt>
                <c:pt idx="191">
                  <c:v>16.067343749999996</c:v>
                </c:pt>
                <c:pt idx="192">
                  <c:v>1.8707083333333339</c:v>
                </c:pt>
                <c:pt idx="193">
                  <c:v>26.571189583333325</c:v>
                </c:pt>
                <c:pt idx="194">
                  <c:v>17.169856250000002</c:v>
                </c:pt>
                <c:pt idx="195">
                  <c:v>9.8342895833333355</c:v>
                </c:pt>
                <c:pt idx="196">
                  <c:v>6.5357833333333328</c:v>
                </c:pt>
                <c:pt idx="197">
                  <c:v>18.613910416666663</c:v>
                </c:pt>
                <c:pt idx="198">
                  <c:v>13.182704166666666</c:v>
                </c:pt>
                <c:pt idx="199">
                  <c:v>2.4966979166666659</c:v>
                </c:pt>
                <c:pt idx="200">
                  <c:v>2.717543749999999</c:v>
                </c:pt>
                <c:pt idx="201">
                  <c:v>6.7459312499999955</c:v>
                </c:pt>
                <c:pt idx="202">
                  <c:v>6.8634958333333334</c:v>
                </c:pt>
                <c:pt idx="203">
                  <c:v>9.466992708333331</c:v>
                </c:pt>
                <c:pt idx="204">
                  <c:v>9.889140624999996</c:v>
                </c:pt>
                <c:pt idx="205">
                  <c:v>11.939880208333332</c:v>
                </c:pt>
                <c:pt idx="206">
                  <c:v>3.7721906250000012</c:v>
                </c:pt>
                <c:pt idx="207">
                  <c:v>6.0968718749999988</c:v>
                </c:pt>
                <c:pt idx="208">
                  <c:v>1.5837677083333335</c:v>
                </c:pt>
                <c:pt idx="209">
                  <c:v>9.635895833333338</c:v>
                </c:pt>
                <c:pt idx="210">
                  <c:v>4.1587124999999983</c:v>
                </c:pt>
                <c:pt idx="211">
                  <c:v>2.450592708333335</c:v>
                </c:pt>
                <c:pt idx="212">
                  <c:v>3.2107354166666688</c:v>
                </c:pt>
                <c:pt idx="213">
                  <c:v>19.792486458333332</c:v>
                </c:pt>
                <c:pt idx="214">
                  <c:v>11.005091666666667</c:v>
                </c:pt>
                <c:pt idx="215">
                  <c:v>23.223726041666662</c:v>
                </c:pt>
                <c:pt idx="216">
                  <c:v>8.1756802083333326</c:v>
                </c:pt>
                <c:pt idx="217">
                  <c:v>3.5976604166666686</c:v>
                </c:pt>
                <c:pt idx="218">
                  <c:v>13.412238541666669</c:v>
                </c:pt>
                <c:pt idx="219">
                  <c:v>4.1241499999999993</c:v>
                </c:pt>
                <c:pt idx="220">
                  <c:v>5.3187656250000019</c:v>
                </c:pt>
                <c:pt idx="221">
                  <c:v>7.3429364583333347</c:v>
                </c:pt>
                <c:pt idx="222">
                  <c:v>14.052755208333336</c:v>
                </c:pt>
                <c:pt idx="223">
                  <c:v>10.629826041666668</c:v>
                </c:pt>
                <c:pt idx="224">
                  <c:v>17.30616354166666</c:v>
                </c:pt>
                <c:pt idx="225">
                  <c:v>9.9440947916666662</c:v>
                </c:pt>
                <c:pt idx="226">
                  <c:v>6.9155010416666665</c:v>
                </c:pt>
                <c:pt idx="227">
                  <c:v>5.1767781249999976</c:v>
                </c:pt>
                <c:pt idx="228">
                  <c:v>7.0959562499999995</c:v>
                </c:pt>
                <c:pt idx="229">
                  <c:v>1.6961020833333331</c:v>
                </c:pt>
                <c:pt idx="230">
                  <c:v>4.6536260416666684</c:v>
                </c:pt>
                <c:pt idx="231">
                  <c:v>3.9281427083333331</c:v>
                </c:pt>
                <c:pt idx="232">
                  <c:v>8.4822343750000044</c:v>
                </c:pt>
                <c:pt idx="233">
                  <c:v>21.974053125000012</c:v>
                </c:pt>
                <c:pt idx="234">
                  <c:v>17.088044791666665</c:v>
                </c:pt>
                <c:pt idx="235">
                  <c:v>26.321101041666669</c:v>
                </c:pt>
                <c:pt idx="236">
                  <c:v>15.583302083333335</c:v>
                </c:pt>
                <c:pt idx="237">
                  <c:v>19.193117708333336</c:v>
                </c:pt>
                <c:pt idx="238">
                  <c:v>8.8065947916666687</c:v>
                </c:pt>
                <c:pt idx="239">
                  <c:v>5.4908031249999985</c:v>
                </c:pt>
                <c:pt idx="240">
                  <c:v>9.4607885416666644</c:v>
                </c:pt>
                <c:pt idx="241">
                  <c:v>7.516763541666668</c:v>
                </c:pt>
                <c:pt idx="242">
                  <c:v>5.1805791666666652</c:v>
                </c:pt>
                <c:pt idx="243">
                  <c:v>9.1356677083333366</c:v>
                </c:pt>
                <c:pt idx="244">
                  <c:v>11.091085416666667</c:v>
                </c:pt>
                <c:pt idx="245">
                  <c:v>26.28007083333334</c:v>
                </c:pt>
                <c:pt idx="246">
                  <c:v>24.799631250000001</c:v>
                </c:pt>
                <c:pt idx="247">
                  <c:v>25.250245833333338</c:v>
                </c:pt>
                <c:pt idx="248">
                  <c:v>2.3097645833333327</c:v>
                </c:pt>
                <c:pt idx="249">
                  <c:v>15.577431250000005</c:v>
                </c:pt>
                <c:pt idx="250">
                  <c:v>8.1392052083333297</c:v>
                </c:pt>
                <c:pt idx="251">
                  <c:v>20.737037500000003</c:v>
                </c:pt>
                <c:pt idx="252">
                  <c:v>13.434527083333331</c:v>
                </c:pt>
                <c:pt idx="253">
                  <c:v>18.212618750000004</c:v>
                </c:pt>
                <c:pt idx="254">
                  <c:v>5.1406041666666669</c:v>
                </c:pt>
                <c:pt idx="255">
                  <c:v>30.371401041666658</c:v>
                </c:pt>
                <c:pt idx="256">
                  <c:v>13.187739583333331</c:v>
                </c:pt>
                <c:pt idx="257">
                  <c:v>18.548300000000005</c:v>
                </c:pt>
                <c:pt idx="258">
                  <c:v>11.231413541666663</c:v>
                </c:pt>
                <c:pt idx="259">
                  <c:v>14.629269791666662</c:v>
                </c:pt>
                <c:pt idx="260">
                  <c:v>15.392111458333328</c:v>
                </c:pt>
                <c:pt idx="261">
                  <c:v>15.269108333333321</c:v>
                </c:pt>
                <c:pt idx="262">
                  <c:v>16.481923958333326</c:v>
                </c:pt>
                <c:pt idx="263">
                  <c:v>16.687798958333332</c:v>
                </c:pt>
                <c:pt idx="264">
                  <c:v>9.3399197916666648</c:v>
                </c:pt>
                <c:pt idx="265">
                  <c:v>3.4765020833333327</c:v>
                </c:pt>
                <c:pt idx="266">
                  <c:v>3.388585416666666</c:v>
                </c:pt>
                <c:pt idx="267">
                  <c:v>12.65414479166667</c:v>
                </c:pt>
                <c:pt idx="268">
                  <c:v>20.440193749999995</c:v>
                </c:pt>
                <c:pt idx="269">
                  <c:v>31.863718750000007</c:v>
                </c:pt>
                <c:pt idx="270">
                  <c:v>39.054923958333319</c:v>
                </c:pt>
                <c:pt idx="271">
                  <c:v>24.048329166666665</c:v>
                </c:pt>
                <c:pt idx="272">
                  <c:v>8.564350000000001</c:v>
                </c:pt>
                <c:pt idx="273">
                  <c:v>28.413663541666665</c:v>
                </c:pt>
                <c:pt idx="274">
                  <c:v>6.5835468750000032</c:v>
                </c:pt>
                <c:pt idx="275">
                  <c:v>12.392683333333332</c:v>
                </c:pt>
                <c:pt idx="276">
                  <c:v>28.441403124999994</c:v>
                </c:pt>
                <c:pt idx="277">
                  <c:v>19.516928125000007</c:v>
                </c:pt>
                <c:pt idx="278">
                  <c:v>2.4861697916666667</c:v>
                </c:pt>
                <c:pt idx="279">
                  <c:v>12.009264583333332</c:v>
                </c:pt>
                <c:pt idx="280">
                  <c:v>10.074655208333336</c:v>
                </c:pt>
                <c:pt idx="281">
                  <c:v>12.450583333333334</c:v>
                </c:pt>
                <c:pt idx="282">
                  <c:v>25.058217708333338</c:v>
                </c:pt>
                <c:pt idx="283">
                  <c:v>29.762722916666668</c:v>
                </c:pt>
                <c:pt idx="284">
                  <c:v>1.7401760416666661</c:v>
                </c:pt>
                <c:pt idx="285">
                  <c:v>16.340386458333334</c:v>
                </c:pt>
                <c:pt idx="286">
                  <c:v>37.784642708333323</c:v>
                </c:pt>
                <c:pt idx="287">
                  <c:v>10.115040625000001</c:v>
                </c:pt>
                <c:pt idx="288">
                  <c:v>9.406738541666666</c:v>
                </c:pt>
                <c:pt idx="289">
                  <c:v>30.413566666666664</c:v>
                </c:pt>
                <c:pt idx="290">
                  <c:v>19.463351041666666</c:v>
                </c:pt>
                <c:pt idx="291">
                  <c:v>5.5486937500000009</c:v>
                </c:pt>
                <c:pt idx="292">
                  <c:v>8.8163187500000006</c:v>
                </c:pt>
                <c:pt idx="293">
                  <c:v>16.659899999999997</c:v>
                </c:pt>
                <c:pt idx="294">
                  <c:v>17.201956249999995</c:v>
                </c:pt>
                <c:pt idx="295">
                  <c:v>12.275052083333332</c:v>
                </c:pt>
                <c:pt idx="296">
                  <c:v>5.9520895833333345</c:v>
                </c:pt>
                <c:pt idx="297">
                  <c:v>10.747155208333334</c:v>
                </c:pt>
                <c:pt idx="298">
                  <c:v>7.118541666666669</c:v>
                </c:pt>
                <c:pt idx="299">
                  <c:v>5.6685031250000009</c:v>
                </c:pt>
                <c:pt idx="300">
                  <c:v>9.1530989999999992</c:v>
                </c:pt>
                <c:pt idx="301">
                  <c:v>11.630312499999997</c:v>
                </c:pt>
                <c:pt idx="302">
                  <c:v>7.3911718749999995</c:v>
                </c:pt>
                <c:pt idx="303">
                  <c:v>6.7716041666666662</c:v>
                </c:pt>
                <c:pt idx="304">
                  <c:v>12.325804166666661</c:v>
                </c:pt>
                <c:pt idx="305">
                  <c:v>5.7626177083333356</c:v>
                </c:pt>
                <c:pt idx="306">
                  <c:v>18.052634375</c:v>
                </c:pt>
                <c:pt idx="307">
                  <c:v>21.362863541666659</c:v>
                </c:pt>
                <c:pt idx="308">
                  <c:v>19.298176041666672</c:v>
                </c:pt>
                <c:pt idx="309">
                  <c:v>4.3620052083333301</c:v>
                </c:pt>
                <c:pt idx="310">
                  <c:v>22.146690625000002</c:v>
                </c:pt>
                <c:pt idx="311">
                  <c:v>4.5020958333333327</c:v>
                </c:pt>
                <c:pt idx="312">
                  <c:v>6.2577468749999996</c:v>
                </c:pt>
                <c:pt idx="313">
                  <c:v>19.579889583333337</c:v>
                </c:pt>
                <c:pt idx="314">
                  <c:v>13.891965625000001</c:v>
                </c:pt>
                <c:pt idx="315">
                  <c:v>10.166714583333331</c:v>
                </c:pt>
                <c:pt idx="316">
                  <c:v>3.5351312500000001</c:v>
                </c:pt>
                <c:pt idx="317">
                  <c:v>7.2424468750000015</c:v>
                </c:pt>
                <c:pt idx="318">
                  <c:v>15.573438541666667</c:v>
                </c:pt>
                <c:pt idx="319">
                  <c:v>11.325355208333338</c:v>
                </c:pt>
                <c:pt idx="320">
                  <c:v>23.889828125000001</c:v>
                </c:pt>
                <c:pt idx="321">
                  <c:v>33.925526041666672</c:v>
                </c:pt>
                <c:pt idx="322">
                  <c:v>29.877327083333338</c:v>
                </c:pt>
                <c:pt idx="323">
                  <c:v>22.670183333333345</c:v>
                </c:pt>
                <c:pt idx="324">
                  <c:v>22.417451041666666</c:v>
                </c:pt>
                <c:pt idx="325">
                  <c:v>21.559377083333331</c:v>
                </c:pt>
                <c:pt idx="326">
                  <c:v>28.687102083333333</c:v>
                </c:pt>
                <c:pt idx="327">
                  <c:v>30.710274999999999</c:v>
                </c:pt>
                <c:pt idx="328">
                  <c:v>43.535562500000012</c:v>
                </c:pt>
                <c:pt idx="329">
                  <c:v>38.727054166666676</c:v>
                </c:pt>
                <c:pt idx="330">
                  <c:v>23.663645833333337</c:v>
                </c:pt>
                <c:pt idx="331">
                  <c:v>23.15412499999999</c:v>
                </c:pt>
                <c:pt idx="332">
                  <c:v>33.511387499999991</c:v>
                </c:pt>
                <c:pt idx="333">
                  <c:v>7.3669749999999974</c:v>
                </c:pt>
                <c:pt idx="334">
                  <c:v>16.519868750000001</c:v>
                </c:pt>
                <c:pt idx="335">
                  <c:v>9.6612750000000016</c:v>
                </c:pt>
                <c:pt idx="336">
                  <c:v>18.111891666666661</c:v>
                </c:pt>
                <c:pt idx="337">
                  <c:v>6.0300697916666683</c:v>
                </c:pt>
                <c:pt idx="338">
                  <c:v>16.676599999999997</c:v>
                </c:pt>
                <c:pt idx="339">
                  <c:v>13.304473958333334</c:v>
                </c:pt>
                <c:pt idx="340">
                  <c:v>11.073723958333332</c:v>
                </c:pt>
                <c:pt idx="341">
                  <c:v>7.5862260416666691</c:v>
                </c:pt>
                <c:pt idx="342">
                  <c:v>6.5423895833333336</c:v>
                </c:pt>
                <c:pt idx="343">
                  <c:v>6.3525906250000004</c:v>
                </c:pt>
                <c:pt idx="344">
                  <c:v>16.752513541666662</c:v>
                </c:pt>
                <c:pt idx="345">
                  <c:v>5.6608124999999996</c:v>
                </c:pt>
                <c:pt idx="346">
                  <c:v>1.8318593750000001</c:v>
                </c:pt>
                <c:pt idx="347">
                  <c:v>5.3869312499999999</c:v>
                </c:pt>
                <c:pt idx="348">
                  <c:v>22.621335416666664</c:v>
                </c:pt>
                <c:pt idx="349">
                  <c:v>37.537002083333334</c:v>
                </c:pt>
                <c:pt idx="350">
                  <c:v>44.79018958333333</c:v>
                </c:pt>
                <c:pt idx="351">
                  <c:v>27.888577083333328</c:v>
                </c:pt>
                <c:pt idx="352">
                  <c:v>37.442846875000001</c:v>
                </c:pt>
                <c:pt idx="353">
                  <c:v>41.528198958333313</c:v>
                </c:pt>
                <c:pt idx="354">
                  <c:v>34.433026041666672</c:v>
                </c:pt>
                <c:pt idx="355">
                  <c:v>39.616154166666654</c:v>
                </c:pt>
                <c:pt idx="356">
                  <c:v>36.769294791666674</c:v>
                </c:pt>
                <c:pt idx="357">
                  <c:v>32.383451041666653</c:v>
                </c:pt>
                <c:pt idx="358">
                  <c:v>12.374866666666668</c:v>
                </c:pt>
                <c:pt idx="359">
                  <c:v>7.5216385416666656</c:v>
                </c:pt>
                <c:pt idx="360">
                  <c:v>3.7245270833333346</c:v>
                </c:pt>
                <c:pt idx="361">
                  <c:v>1.7895041666666667</c:v>
                </c:pt>
                <c:pt idx="362">
                  <c:v>1.9916031249999997</c:v>
                </c:pt>
                <c:pt idx="363">
                  <c:v>16.597035416666667</c:v>
                </c:pt>
                <c:pt idx="364">
                  <c:v>29.890530208333324</c:v>
                </c:pt>
                <c:pt idx="365">
                  <c:v>30.80284270833334</c:v>
                </c:pt>
              </c:numCache>
            </c:numRef>
          </c:xVal>
          <c:yVal>
            <c:numRef>
              <c:f>Solar!$I$4:$I$369</c:f>
              <c:numCache>
                <c:formatCode>General</c:formatCode>
                <c:ptCount val="366"/>
                <c:pt idx="0">
                  <c:v>1.6684937500000003</c:v>
                </c:pt>
                <c:pt idx="1">
                  <c:v>2.7441104166666679</c:v>
                </c:pt>
                <c:pt idx="2">
                  <c:v>4.9515541666666651</c:v>
                </c:pt>
                <c:pt idx="3">
                  <c:v>4.3682031250000009</c:v>
                </c:pt>
                <c:pt idx="4">
                  <c:v>14.475572916666669</c:v>
                </c:pt>
                <c:pt idx="5">
                  <c:v>7.4108458333333322</c:v>
                </c:pt>
                <c:pt idx="6">
                  <c:v>9.9474218749999981</c:v>
                </c:pt>
                <c:pt idx="7">
                  <c:v>11.702336458333333</c:v>
                </c:pt>
                <c:pt idx="8">
                  <c:v>13.442637499999998</c:v>
                </c:pt>
                <c:pt idx="9">
                  <c:v>5.0902416666666674</c:v>
                </c:pt>
                <c:pt idx="10">
                  <c:v>3.3524666666666678</c:v>
                </c:pt>
                <c:pt idx="11">
                  <c:v>3.6828177083333324</c:v>
                </c:pt>
                <c:pt idx="12">
                  <c:v>1.2059729166666666</c:v>
                </c:pt>
                <c:pt idx="13">
                  <c:v>1.5791249999999999</c:v>
                </c:pt>
                <c:pt idx="14">
                  <c:v>1.1772041666666666</c:v>
                </c:pt>
                <c:pt idx="15">
                  <c:v>1.5312312499999998</c:v>
                </c:pt>
                <c:pt idx="16">
                  <c:v>0.61713750000000001</c:v>
                </c:pt>
                <c:pt idx="17">
                  <c:v>1.2523229166666667</c:v>
                </c:pt>
                <c:pt idx="18">
                  <c:v>2.1792906250000001</c:v>
                </c:pt>
                <c:pt idx="19">
                  <c:v>2.7606989583333337</c:v>
                </c:pt>
                <c:pt idx="20">
                  <c:v>1.9150427083333337</c:v>
                </c:pt>
                <c:pt idx="21">
                  <c:v>0.79914062500000016</c:v>
                </c:pt>
                <c:pt idx="22">
                  <c:v>2.2232083333333339</c:v>
                </c:pt>
                <c:pt idx="23">
                  <c:v>1.596933333333334</c:v>
                </c:pt>
                <c:pt idx="24">
                  <c:v>1.6574989583333328</c:v>
                </c:pt>
                <c:pt idx="25">
                  <c:v>1.0231895833333331</c:v>
                </c:pt>
                <c:pt idx="26">
                  <c:v>4.0312114583333338</c:v>
                </c:pt>
                <c:pt idx="27">
                  <c:v>5.0977552083333322</c:v>
                </c:pt>
                <c:pt idx="28">
                  <c:v>4.650393750000001</c:v>
                </c:pt>
                <c:pt idx="29">
                  <c:v>3.1672729166666662</c:v>
                </c:pt>
                <c:pt idx="30">
                  <c:v>2.944626041666667</c:v>
                </c:pt>
                <c:pt idx="31">
                  <c:v>0.28227916666666664</c:v>
                </c:pt>
                <c:pt idx="32">
                  <c:v>1.3690770833333337</c:v>
                </c:pt>
                <c:pt idx="33">
                  <c:v>5.6793687499999983</c:v>
                </c:pt>
                <c:pt idx="34">
                  <c:v>7.6734708333333321</c:v>
                </c:pt>
                <c:pt idx="35">
                  <c:v>12.085742708333337</c:v>
                </c:pt>
                <c:pt idx="36">
                  <c:v>9.7544406249999991</c:v>
                </c:pt>
                <c:pt idx="37">
                  <c:v>7.9433250000000015</c:v>
                </c:pt>
                <c:pt idx="38">
                  <c:v>10.004247916666666</c:v>
                </c:pt>
                <c:pt idx="39">
                  <c:v>11.807987500000003</c:v>
                </c:pt>
                <c:pt idx="40">
                  <c:v>3.7453010416666661</c:v>
                </c:pt>
                <c:pt idx="41">
                  <c:v>3.2994760416666651</c:v>
                </c:pt>
                <c:pt idx="42">
                  <c:v>1.3207666666666666</c:v>
                </c:pt>
                <c:pt idx="43">
                  <c:v>4.3395677083333331</c:v>
                </c:pt>
                <c:pt idx="44">
                  <c:v>1.8201864583333334</c:v>
                </c:pt>
                <c:pt idx="45">
                  <c:v>3.1563437499999996</c:v>
                </c:pt>
                <c:pt idx="46">
                  <c:v>3.8927927083333338</c:v>
                </c:pt>
                <c:pt idx="47">
                  <c:v>3.5051020833333331</c:v>
                </c:pt>
                <c:pt idx="48">
                  <c:v>3.1742041666666663</c:v>
                </c:pt>
                <c:pt idx="49">
                  <c:v>2.3578395833333334</c:v>
                </c:pt>
                <c:pt idx="50">
                  <c:v>3.6586322916666667</c:v>
                </c:pt>
                <c:pt idx="51">
                  <c:v>4.3816895833333325</c:v>
                </c:pt>
                <c:pt idx="52">
                  <c:v>1.5504614583333338</c:v>
                </c:pt>
                <c:pt idx="53">
                  <c:v>4.254765625000001</c:v>
                </c:pt>
                <c:pt idx="54">
                  <c:v>5.9318229166666683</c:v>
                </c:pt>
                <c:pt idx="55">
                  <c:v>6.6305031250000024</c:v>
                </c:pt>
                <c:pt idx="56">
                  <c:v>4.106179166666668</c:v>
                </c:pt>
                <c:pt idx="57">
                  <c:v>3.9709645833333322</c:v>
                </c:pt>
                <c:pt idx="58">
                  <c:v>5.1108541666666651</c:v>
                </c:pt>
                <c:pt idx="59">
                  <c:v>7.0397593750000018</c:v>
                </c:pt>
                <c:pt idx="60">
                  <c:v>1.2016020833333332</c:v>
                </c:pt>
                <c:pt idx="61">
                  <c:v>1.4611729166666665</c:v>
                </c:pt>
                <c:pt idx="62">
                  <c:v>7.8614145833333318</c:v>
                </c:pt>
                <c:pt idx="63">
                  <c:v>4.0745385416666666</c:v>
                </c:pt>
                <c:pt idx="64">
                  <c:v>7.6650333333333354</c:v>
                </c:pt>
                <c:pt idx="65">
                  <c:v>10.894288541666672</c:v>
                </c:pt>
                <c:pt idx="66">
                  <c:v>8.6427125</c:v>
                </c:pt>
                <c:pt idx="67">
                  <c:v>11.685613541666664</c:v>
                </c:pt>
                <c:pt idx="68">
                  <c:v>11.773231249999998</c:v>
                </c:pt>
                <c:pt idx="69">
                  <c:v>4.8198656250000012</c:v>
                </c:pt>
                <c:pt idx="70">
                  <c:v>4.9928791666666674</c:v>
                </c:pt>
                <c:pt idx="71">
                  <c:v>1.2973552083333333</c:v>
                </c:pt>
                <c:pt idx="72">
                  <c:v>4.3041625000000012</c:v>
                </c:pt>
                <c:pt idx="73">
                  <c:v>6.0871489583333327</c:v>
                </c:pt>
                <c:pt idx="74">
                  <c:v>6.120952083333334</c:v>
                </c:pt>
                <c:pt idx="75">
                  <c:v>5.0393781249999972</c:v>
                </c:pt>
                <c:pt idx="76">
                  <c:v>7.151292708333334</c:v>
                </c:pt>
                <c:pt idx="77">
                  <c:v>4.3990624999999994</c:v>
                </c:pt>
                <c:pt idx="78">
                  <c:v>7.7803166666666685</c:v>
                </c:pt>
                <c:pt idx="79">
                  <c:v>8.6614406249999991</c:v>
                </c:pt>
                <c:pt idx="80">
                  <c:v>5.9405510416666685</c:v>
                </c:pt>
                <c:pt idx="81">
                  <c:v>6.0706916666666695</c:v>
                </c:pt>
                <c:pt idx="82">
                  <c:v>5.926651041666668</c:v>
                </c:pt>
                <c:pt idx="83">
                  <c:v>4.8690375000000001</c:v>
                </c:pt>
                <c:pt idx="84">
                  <c:v>8.637589583333332</c:v>
                </c:pt>
                <c:pt idx="85">
                  <c:v>10.701976041666667</c:v>
                </c:pt>
                <c:pt idx="86">
                  <c:v>7.8546708333333335</c:v>
                </c:pt>
                <c:pt idx="87">
                  <c:v>6.1163822916666692</c:v>
                </c:pt>
                <c:pt idx="88">
                  <c:v>5.2843218749999998</c:v>
                </c:pt>
                <c:pt idx="89">
                  <c:v>9.2533833333333337</c:v>
                </c:pt>
                <c:pt idx="90">
                  <c:v>9.1201760869565209</c:v>
                </c:pt>
                <c:pt idx="91">
                  <c:v>1.0128947916666666</c:v>
                </c:pt>
                <c:pt idx="92">
                  <c:v>1.3245041666666664</c:v>
                </c:pt>
                <c:pt idx="93">
                  <c:v>4.0625729166666664</c:v>
                </c:pt>
                <c:pt idx="94">
                  <c:v>4.5201760416666668</c:v>
                </c:pt>
                <c:pt idx="95">
                  <c:v>9.6460416666666653</c:v>
                </c:pt>
                <c:pt idx="96">
                  <c:v>13.15702291666666</c:v>
                </c:pt>
                <c:pt idx="97">
                  <c:v>11.101212499999995</c:v>
                </c:pt>
                <c:pt idx="98">
                  <c:v>10.078228125000001</c:v>
                </c:pt>
                <c:pt idx="99">
                  <c:v>8.6194031249999981</c:v>
                </c:pt>
                <c:pt idx="100">
                  <c:v>4.6761374999999976</c:v>
                </c:pt>
                <c:pt idx="101">
                  <c:v>4.2952239583333318</c:v>
                </c:pt>
                <c:pt idx="102">
                  <c:v>1.3880968750000002</c:v>
                </c:pt>
                <c:pt idx="103">
                  <c:v>11.86445833333333</c:v>
                </c:pt>
                <c:pt idx="104">
                  <c:v>10.987764583333332</c:v>
                </c:pt>
                <c:pt idx="105">
                  <c:v>7.2778479166666648</c:v>
                </c:pt>
                <c:pt idx="106">
                  <c:v>7.1473833333333339</c:v>
                </c:pt>
                <c:pt idx="107">
                  <c:v>7.0667562499999974</c:v>
                </c:pt>
                <c:pt idx="108">
                  <c:v>8.9855083333333337</c:v>
                </c:pt>
                <c:pt idx="109">
                  <c:v>3.8574406249999997</c:v>
                </c:pt>
                <c:pt idx="110">
                  <c:v>7.6030270833333349</c:v>
                </c:pt>
                <c:pt idx="111">
                  <c:v>8.1682906250000009</c:v>
                </c:pt>
                <c:pt idx="112">
                  <c:v>8.6784520833333314</c:v>
                </c:pt>
                <c:pt idx="113">
                  <c:v>9.4301958333333324</c:v>
                </c:pt>
                <c:pt idx="114">
                  <c:v>7.9487708333333291</c:v>
                </c:pt>
                <c:pt idx="115">
                  <c:v>8.1320937499999992</c:v>
                </c:pt>
                <c:pt idx="116">
                  <c:v>9.5569375000000019</c:v>
                </c:pt>
                <c:pt idx="117">
                  <c:v>13.203090625</c:v>
                </c:pt>
                <c:pt idx="118">
                  <c:v>10.832366666666669</c:v>
                </c:pt>
                <c:pt idx="119">
                  <c:v>12.219586458333332</c:v>
                </c:pt>
                <c:pt idx="120">
                  <c:v>13.916390624999991</c:v>
                </c:pt>
                <c:pt idx="121">
                  <c:v>1.1497187500000001</c:v>
                </c:pt>
                <c:pt idx="122">
                  <c:v>3.4069093749999992</c:v>
                </c:pt>
                <c:pt idx="123">
                  <c:v>3.0706989583333337</c:v>
                </c:pt>
                <c:pt idx="124">
                  <c:v>7.7539947916666678</c:v>
                </c:pt>
                <c:pt idx="125">
                  <c:v>9.2501687499999985</c:v>
                </c:pt>
                <c:pt idx="126">
                  <c:v>11.542604166666671</c:v>
                </c:pt>
                <c:pt idx="127">
                  <c:v>13.062926041666667</c:v>
                </c:pt>
                <c:pt idx="128">
                  <c:v>12.800022916666666</c:v>
                </c:pt>
                <c:pt idx="129">
                  <c:v>12.397206250000002</c:v>
                </c:pt>
                <c:pt idx="130">
                  <c:v>5.7591447916666665</c:v>
                </c:pt>
                <c:pt idx="131">
                  <c:v>4.7771531249999999</c:v>
                </c:pt>
                <c:pt idx="132">
                  <c:v>1.988491666666667</c:v>
                </c:pt>
                <c:pt idx="133">
                  <c:v>14.642627083333334</c:v>
                </c:pt>
                <c:pt idx="134">
                  <c:v>16.411020833333335</c:v>
                </c:pt>
                <c:pt idx="135">
                  <c:v>13.153996874999999</c:v>
                </c:pt>
                <c:pt idx="136">
                  <c:v>11.460276041666662</c:v>
                </c:pt>
                <c:pt idx="137">
                  <c:v>7.9638562500000001</c:v>
                </c:pt>
                <c:pt idx="138">
                  <c:v>11.14178645833333</c:v>
                </c:pt>
                <c:pt idx="139">
                  <c:v>11.537288541666664</c:v>
                </c:pt>
                <c:pt idx="140">
                  <c:v>13.780485416666664</c:v>
                </c:pt>
                <c:pt idx="141">
                  <c:v>9.6839166666666685</c:v>
                </c:pt>
                <c:pt idx="142">
                  <c:v>8.9175354166666629</c:v>
                </c:pt>
                <c:pt idx="143">
                  <c:v>12.031962499999999</c:v>
                </c:pt>
                <c:pt idx="144">
                  <c:v>9.9121281249999988</c:v>
                </c:pt>
                <c:pt idx="145">
                  <c:v>11.810538541666663</c:v>
                </c:pt>
                <c:pt idx="146">
                  <c:v>13.383857291666665</c:v>
                </c:pt>
                <c:pt idx="147">
                  <c:v>10.042787500000001</c:v>
                </c:pt>
                <c:pt idx="148">
                  <c:v>11.480306250000003</c:v>
                </c:pt>
                <c:pt idx="149">
                  <c:v>8.4224958333333362</c:v>
                </c:pt>
                <c:pt idx="150">
                  <c:v>9.6226270833333345</c:v>
                </c:pt>
                <c:pt idx="151">
                  <c:v>7.2966239583333365</c:v>
                </c:pt>
                <c:pt idx="152">
                  <c:v>0.57249479166666661</c:v>
                </c:pt>
                <c:pt idx="153">
                  <c:v>2.4995937499999994</c:v>
                </c:pt>
                <c:pt idx="154">
                  <c:v>4.2574291666666673</c:v>
                </c:pt>
                <c:pt idx="155">
                  <c:v>11.972905208333335</c:v>
                </c:pt>
                <c:pt idx="156">
                  <c:v>8.0990614583333329</c:v>
                </c:pt>
                <c:pt idx="157">
                  <c:v>14.040086458333338</c:v>
                </c:pt>
                <c:pt idx="158">
                  <c:v>12.299105208333332</c:v>
                </c:pt>
                <c:pt idx="159">
                  <c:v>16.159456250000002</c:v>
                </c:pt>
                <c:pt idx="160">
                  <c:v>10.291095833333335</c:v>
                </c:pt>
                <c:pt idx="161">
                  <c:v>7.9587375000000034</c:v>
                </c:pt>
                <c:pt idx="162">
                  <c:v>2.3912291666666663</c:v>
                </c:pt>
                <c:pt idx="163">
                  <c:v>1.1165114583333331</c:v>
                </c:pt>
                <c:pt idx="164">
                  <c:v>13.551782291666671</c:v>
                </c:pt>
                <c:pt idx="165">
                  <c:v>8.5082510416666661</c:v>
                </c:pt>
                <c:pt idx="166">
                  <c:v>11.142457291666672</c:v>
                </c:pt>
                <c:pt idx="167">
                  <c:v>13.224963541666666</c:v>
                </c:pt>
                <c:pt idx="168">
                  <c:v>11.998256250000001</c:v>
                </c:pt>
                <c:pt idx="169">
                  <c:v>13.780959374999998</c:v>
                </c:pt>
                <c:pt idx="170">
                  <c:v>11.077023958333333</c:v>
                </c:pt>
                <c:pt idx="171">
                  <c:v>12.890518750000004</c:v>
                </c:pt>
                <c:pt idx="172">
                  <c:v>9.0413270833333321</c:v>
                </c:pt>
                <c:pt idx="173">
                  <c:v>11.595073958333334</c:v>
                </c:pt>
                <c:pt idx="174">
                  <c:v>13.006650000000004</c:v>
                </c:pt>
                <c:pt idx="175">
                  <c:v>16.046723958333335</c:v>
                </c:pt>
                <c:pt idx="176">
                  <c:v>17.369534375000008</c:v>
                </c:pt>
                <c:pt idx="177">
                  <c:v>15.608137500000005</c:v>
                </c:pt>
                <c:pt idx="178">
                  <c:v>13.499143749999998</c:v>
                </c:pt>
                <c:pt idx="179">
                  <c:v>14.804313541666671</c:v>
                </c:pt>
                <c:pt idx="180">
                  <c:v>16.083691666666674</c:v>
                </c:pt>
                <c:pt idx="181">
                  <c:v>8.5108072916666657</c:v>
                </c:pt>
                <c:pt idx="182">
                  <c:v>1.0629812500000002</c:v>
                </c:pt>
                <c:pt idx="183">
                  <c:v>1.9917312499999995</c:v>
                </c:pt>
                <c:pt idx="184">
                  <c:v>5.9586635416666685</c:v>
                </c:pt>
                <c:pt idx="185">
                  <c:v>9.8510135416666671</c:v>
                </c:pt>
                <c:pt idx="186">
                  <c:v>7.7483489583333327</c:v>
                </c:pt>
                <c:pt idx="187">
                  <c:v>14.407042708333332</c:v>
                </c:pt>
                <c:pt idx="188">
                  <c:v>12.317504166666671</c:v>
                </c:pt>
                <c:pt idx="189">
                  <c:v>11.38515416666667</c:v>
                </c:pt>
                <c:pt idx="190">
                  <c:v>13.092359374999994</c:v>
                </c:pt>
                <c:pt idx="191">
                  <c:v>6.0470468749999977</c:v>
                </c:pt>
                <c:pt idx="192">
                  <c:v>1.6861635416666669</c:v>
                </c:pt>
                <c:pt idx="193">
                  <c:v>0.6589718750000001</c:v>
                </c:pt>
                <c:pt idx="194">
                  <c:v>11.902968750000005</c:v>
                </c:pt>
                <c:pt idx="195">
                  <c:v>15.188499999999999</c:v>
                </c:pt>
                <c:pt idx="196">
                  <c:v>17.039921875000005</c:v>
                </c:pt>
                <c:pt idx="197">
                  <c:v>12.494805208333334</c:v>
                </c:pt>
                <c:pt idx="198">
                  <c:v>12.541548958333333</c:v>
                </c:pt>
                <c:pt idx="199">
                  <c:v>15.281567708333334</c:v>
                </c:pt>
                <c:pt idx="200">
                  <c:v>15.023214583333337</c:v>
                </c:pt>
                <c:pt idx="201">
                  <c:v>15.672223958333335</c:v>
                </c:pt>
                <c:pt idx="202">
                  <c:v>13.750053125000004</c:v>
                </c:pt>
                <c:pt idx="203">
                  <c:v>11.114020833333335</c:v>
                </c:pt>
                <c:pt idx="204">
                  <c:v>11.342188541666665</c:v>
                </c:pt>
                <c:pt idx="205">
                  <c:v>13.057142708333334</c:v>
                </c:pt>
                <c:pt idx="206">
                  <c:v>15.249029166666665</c:v>
                </c:pt>
                <c:pt idx="207">
                  <c:v>9.9198500000000021</c:v>
                </c:pt>
                <c:pt idx="208">
                  <c:v>10.458808333333335</c:v>
                </c:pt>
                <c:pt idx="209">
                  <c:v>13.266717708333324</c:v>
                </c:pt>
                <c:pt idx="210">
                  <c:v>17.217933333333331</c:v>
                </c:pt>
                <c:pt idx="211">
                  <c:v>16.768845833333334</c:v>
                </c:pt>
                <c:pt idx="212">
                  <c:v>15.485578124999998</c:v>
                </c:pt>
                <c:pt idx="213">
                  <c:v>2.1902552083333324</c:v>
                </c:pt>
                <c:pt idx="214">
                  <c:v>1.6354093750000005</c:v>
                </c:pt>
                <c:pt idx="215">
                  <c:v>10.126961458333334</c:v>
                </c:pt>
                <c:pt idx="216">
                  <c:v>9.6551979166666655</c:v>
                </c:pt>
                <c:pt idx="217">
                  <c:v>9.8330437500000034</c:v>
                </c:pt>
                <c:pt idx="218">
                  <c:v>14.372753124999996</c:v>
                </c:pt>
                <c:pt idx="219">
                  <c:v>15.157230208333333</c:v>
                </c:pt>
                <c:pt idx="220">
                  <c:v>10.290806249999999</c:v>
                </c:pt>
                <c:pt idx="221">
                  <c:v>9.867816666666668</c:v>
                </c:pt>
                <c:pt idx="222">
                  <c:v>4.4202000000000012</c:v>
                </c:pt>
                <c:pt idx="223">
                  <c:v>1.9100958333333335</c:v>
                </c:pt>
                <c:pt idx="224">
                  <c:v>1.4618562499999999</c:v>
                </c:pt>
                <c:pt idx="225">
                  <c:v>14.377263541666668</c:v>
                </c:pt>
                <c:pt idx="226">
                  <c:v>11.995307291666666</c:v>
                </c:pt>
                <c:pt idx="227">
                  <c:v>13.164203124999995</c:v>
                </c:pt>
                <c:pt idx="228">
                  <c:v>11.963165625000002</c:v>
                </c:pt>
                <c:pt idx="229">
                  <c:v>9.7859385416666633</c:v>
                </c:pt>
                <c:pt idx="230">
                  <c:v>5.3112583333333339</c:v>
                </c:pt>
                <c:pt idx="231">
                  <c:v>10.04053854166667</c:v>
                </c:pt>
                <c:pt idx="232">
                  <c:v>11.630270833333334</c:v>
                </c:pt>
                <c:pt idx="233">
                  <c:v>12.366871875000003</c:v>
                </c:pt>
                <c:pt idx="234">
                  <c:v>13.196415625000002</c:v>
                </c:pt>
                <c:pt idx="235">
                  <c:v>12.905028124999998</c:v>
                </c:pt>
                <c:pt idx="236">
                  <c:v>14.27639375</c:v>
                </c:pt>
                <c:pt idx="237">
                  <c:v>10.016820833333334</c:v>
                </c:pt>
                <c:pt idx="238">
                  <c:v>11.202495833333332</c:v>
                </c:pt>
                <c:pt idx="239">
                  <c:v>14.053807291666665</c:v>
                </c:pt>
                <c:pt idx="240">
                  <c:v>14.597098958333335</c:v>
                </c:pt>
                <c:pt idx="241">
                  <c:v>13.928744791666666</c:v>
                </c:pt>
                <c:pt idx="242">
                  <c:v>11.300976041666669</c:v>
                </c:pt>
                <c:pt idx="243">
                  <c:v>12.529534374999995</c:v>
                </c:pt>
                <c:pt idx="244">
                  <c:v>3.6076624999999991</c:v>
                </c:pt>
                <c:pt idx="245">
                  <c:v>1.3700010416666673</c:v>
                </c:pt>
                <c:pt idx="246">
                  <c:v>8.7702416666666654</c:v>
                </c:pt>
                <c:pt idx="247">
                  <c:v>6.9259375000000007</c:v>
                </c:pt>
                <c:pt idx="248">
                  <c:v>13.624405208333332</c:v>
                </c:pt>
                <c:pt idx="249">
                  <c:v>12.994536458333334</c:v>
                </c:pt>
                <c:pt idx="250">
                  <c:v>16.59638541666666</c:v>
                </c:pt>
                <c:pt idx="251">
                  <c:v>10.348529166666665</c:v>
                </c:pt>
                <c:pt idx="252">
                  <c:v>5.7791375</c:v>
                </c:pt>
                <c:pt idx="253">
                  <c:v>5.1048364583333345</c:v>
                </c:pt>
                <c:pt idx="254">
                  <c:v>3.6309583333333326</c:v>
                </c:pt>
                <c:pt idx="255">
                  <c:v>0.66013854166666686</c:v>
                </c:pt>
                <c:pt idx="256">
                  <c:v>5.8133489583333349</c:v>
                </c:pt>
                <c:pt idx="257">
                  <c:v>7.244247916666664</c:v>
                </c:pt>
                <c:pt idx="258">
                  <c:v>8.940419791666665</c:v>
                </c:pt>
                <c:pt idx="259">
                  <c:v>3.8679197916666666</c:v>
                </c:pt>
                <c:pt idx="260">
                  <c:v>8.3755270833333366</c:v>
                </c:pt>
                <c:pt idx="261">
                  <c:v>11.349744791666669</c:v>
                </c:pt>
                <c:pt idx="262">
                  <c:v>11.037423958333333</c:v>
                </c:pt>
                <c:pt idx="263">
                  <c:v>12.335327083333336</c:v>
                </c:pt>
                <c:pt idx="264">
                  <c:v>12.240686458333329</c:v>
                </c:pt>
                <c:pt idx="265">
                  <c:v>11.363676041666668</c:v>
                </c:pt>
                <c:pt idx="266">
                  <c:v>7.349075</c:v>
                </c:pt>
                <c:pt idx="267">
                  <c:v>6.050366666666668</c:v>
                </c:pt>
                <c:pt idx="268">
                  <c:v>6.4555083333333325</c:v>
                </c:pt>
                <c:pt idx="269">
                  <c:v>2.8851447916666659</c:v>
                </c:pt>
                <c:pt idx="270">
                  <c:v>7.3600062499999996</c:v>
                </c:pt>
                <c:pt idx="271">
                  <c:v>6.5124104166666665</c:v>
                </c:pt>
                <c:pt idx="272">
                  <c:v>9.3844875000000005</c:v>
                </c:pt>
                <c:pt idx="273">
                  <c:v>5.2877281250000001</c:v>
                </c:pt>
                <c:pt idx="274">
                  <c:v>3.3952291666666663</c:v>
                </c:pt>
                <c:pt idx="275">
                  <c:v>3.6664041666666654</c:v>
                </c:pt>
                <c:pt idx="276">
                  <c:v>7.0857499999999991</c:v>
                </c:pt>
                <c:pt idx="277">
                  <c:v>7.6885447916666658</c:v>
                </c:pt>
                <c:pt idx="278">
                  <c:v>13.294218749999994</c:v>
                </c:pt>
                <c:pt idx="279">
                  <c:v>11.55327604166667</c:v>
                </c:pt>
                <c:pt idx="280">
                  <c:v>10.899686458333333</c:v>
                </c:pt>
                <c:pt idx="281">
                  <c:v>14.780776041666671</c:v>
                </c:pt>
                <c:pt idx="282">
                  <c:v>7.8090479166666666</c:v>
                </c:pt>
                <c:pt idx="283">
                  <c:v>3.6027031250000001</c:v>
                </c:pt>
                <c:pt idx="284">
                  <c:v>2.2333989583333334</c:v>
                </c:pt>
                <c:pt idx="285">
                  <c:v>0.72904062500000011</c:v>
                </c:pt>
                <c:pt idx="286">
                  <c:v>5.4760760416666665</c:v>
                </c:pt>
                <c:pt idx="287">
                  <c:v>4.5626156250000003</c:v>
                </c:pt>
                <c:pt idx="288">
                  <c:v>6.4377125000000008</c:v>
                </c:pt>
                <c:pt idx="289">
                  <c:v>7.7831927083333321</c:v>
                </c:pt>
                <c:pt idx="290">
                  <c:v>6.4848500000000024</c:v>
                </c:pt>
                <c:pt idx="291">
                  <c:v>5.4581249999999999</c:v>
                </c:pt>
                <c:pt idx="292">
                  <c:v>4.5007427083333331</c:v>
                </c:pt>
                <c:pt idx="293">
                  <c:v>5.9114187499999975</c:v>
                </c:pt>
                <c:pt idx="294">
                  <c:v>4.8563458333333323</c:v>
                </c:pt>
                <c:pt idx="295">
                  <c:v>4.1239760416666664</c:v>
                </c:pt>
                <c:pt idx="296">
                  <c:v>4.9757979166666653</c:v>
                </c:pt>
                <c:pt idx="297">
                  <c:v>5.8021208333333334</c:v>
                </c:pt>
                <c:pt idx="298">
                  <c:v>6.4096864583333337</c:v>
                </c:pt>
                <c:pt idx="299">
                  <c:v>5.507106249999997</c:v>
                </c:pt>
                <c:pt idx="300">
                  <c:v>4.384329000000001</c:v>
                </c:pt>
                <c:pt idx="301">
                  <c:v>3.6218781249999981</c:v>
                </c:pt>
                <c:pt idx="302">
                  <c:v>2.9068041666666669</c:v>
                </c:pt>
                <c:pt idx="303">
                  <c:v>2.6351072916666674</c:v>
                </c:pt>
                <c:pt idx="304">
                  <c:v>3.1570385416666671</c:v>
                </c:pt>
                <c:pt idx="305">
                  <c:v>2.9859562500000005</c:v>
                </c:pt>
                <c:pt idx="306">
                  <c:v>1.3226781249999999</c:v>
                </c:pt>
                <c:pt idx="307">
                  <c:v>5.8516614583333357</c:v>
                </c:pt>
                <c:pt idx="308">
                  <c:v>9.539560416666669</c:v>
                </c:pt>
                <c:pt idx="309">
                  <c:v>14.17294791666667</c:v>
                </c:pt>
                <c:pt idx="310">
                  <c:v>12.198507291666669</c:v>
                </c:pt>
                <c:pt idx="311">
                  <c:v>13.435022916666666</c:v>
                </c:pt>
                <c:pt idx="312">
                  <c:v>15.260076041666675</c:v>
                </c:pt>
                <c:pt idx="313">
                  <c:v>5.2322739583333329</c:v>
                </c:pt>
                <c:pt idx="314">
                  <c:v>6.6953614583333341</c:v>
                </c:pt>
                <c:pt idx="315">
                  <c:v>1.3439947916666668</c:v>
                </c:pt>
                <c:pt idx="316">
                  <c:v>1.0738010416666663</c:v>
                </c:pt>
                <c:pt idx="317">
                  <c:v>0.95443124999999995</c:v>
                </c:pt>
                <c:pt idx="318">
                  <c:v>1.4150479166666665</c:v>
                </c:pt>
                <c:pt idx="319">
                  <c:v>1.6763906250000002</c:v>
                </c:pt>
                <c:pt idx="320">
                  <c:v>2.119122916666667</c:v>
                </c:pt>
                <c:pt idx="321">
                  <c:v>1.8546760416666659</c:v>
                </c:pt>
                <c:pt idx="322">
                  <c:v>2.2061177083333336</c:v>
                </c:pt>
                <c:pt idx="323">
                  <c:v>0.70132812499999997</c:v>
                </c:pt>
                <c:pt idx="324">
                  <c:v>2.4471562499999995</c:v>
                </c:pt>
                <c:pt idx="325">
                  <c:v>2.0751687500000005</c:v>
                </c:pt>
                <c:pt idx="326">
                  <c:v>1.9213489583333327</c:v>
                </c:pt>
                <c:pt idx="327">
                  <c:v>2.4472562499999997</c:v>
                </c:pt>
                <c:pt idx="328">
                  <c:v>2.3167854166666673</c:v>
                </c:pt>
                <c:pt idx="329">
                  <c:v>3.0454812499999995</c:v>
                </c:pt>
                <c:pt idx="330">
                  <c:v>2.8158947916666661</c:v>
                </c:pt>
                <c:pt idx="331">
                  <c:v>1.9332124999999998</c:v>
                </c:pt>
                <c:pt idx="332">
                  <c:v>1.3546197916666667</c:v>
                </c:pt>
                <c:pt idx="333">
                  <c:v>2.1406447916666673</c:v>
                </c:pt>
                <c:pt idx="334">
                  <c:v>4.3515541666666655</c:v>
                </c:pt>
                <c:pt idx="335">
                  <c:v>1.7563624999999996</c:v>
                </c:pt>
                <c:pt idx="336">
                  <c:v>2.6323874999999997</c:v>
                </c:pt>
                <c:pt idx="337">
                  <c:v>4.3708687500000005</c:v>
                </c:pt>
                <c:pt idx="338">
                  <c:v>9.9077229166666712</c:v>
                </c:pt>
                <c:pt idx="339">
                  <c:v>15.661011458333327</c:v>
                </c:pt>
                <c:pt idx="340">
                  <c:v>13.489235416666668</c:v>
                </c:pt>
                <c:pt idx="341">
                  <c:v>8.6113343750000002</c:v>
                </c:pt>
                <c:pt idx="342">
                  <c:v>15.444103125</c:v>
                </c:pt>
                <c:pt idx="343">
                  <c:v>8.373426041666665</c:v>
                </c:pt>
                <c:pt idx="344">
                  <c:v>7.0326124999999999</c:v>
                </c:pt>
                <c:pt idx="345">
                  <c:v>1.8580135416666665</c:v>
                </c:pt>
                <c:pt idx="346">
                  <c:v>1.3442010416666665</c:v>
                </c:pt>
                <c:pt idx="347">
                  <c:v>2.3126322916666666</c:v>
                </c:pt>
                <c:pt idx="348">
                  <c:v>1.0872437499999998</c:v>
                </c:pt>
                <c:pt idx="349">
                  <c:v>0.79150520833333338</c:v>
                </c:pt>
                <c:pt idx="350">
                  <c:v>0.70526458333333319</c:v>
                </c:pt>
                <c:pt idx="351">
                  <c:v>1.1212020833333334</c:v>
                </c:pt>
                <c:pt idx="352">
                  <c:v>1.2974406249999997</c:v>
                </c:pt>
                <c:pt idx="353">
                  <c:v>0.71654791666666673</c:v>
                </c:pt>
                <c:pt idx="354">
                  <c:v>1.7825770833333334</c:v>
                </c:pt>
                <c:pt idx="355">
                  <c:v>1.0715687499999997</c:v>
                </c:pt>
                <c:pt idx="356">
                  <c:v>0.94595520833333335</c:v>
                </c:pt>
                <c:pt idx="357">
                  <c:v>0.99539791666666666</c:v>
                </c:pt>
                <c:pt idx="358">
                  <c:v>0.98603645833333364</c:v>
                </c:pt>
                <c:pt idx="359">
                  <c:v>1.6389749999999996</c:v>
                </c:pt>
                <c:pt idx="360">
                  <c:v>2.191791666666667</c:v>
                </c:pt>
                <c:pt idx="361">
                  <c:v>3.009271875</c:v>
                </c:pt>
                <c:pt idx="362">
                  <c:v>2.8997687500000007</c:v>
                </c:pt>
                <c:pt idx="363">
                  <c:v>2.1517843750000001</c:v>
                </c:pt>
                <c:pt idx="364">
                  <c:v>1.3372770833333332</c:v>
                </c:pt>
                <c:pt idx="365">
                  <c:v>2.2560854166666662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597-4773-8C8F-5293C18635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3522992"/>
        <c:axId val="613522032"/>
      </c:scatterChart>
      <c:valAx>
        <c:axId val="613522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3522032"/>
        <c:crosses val="autoZero"/>
        <c:crossBetween val="midCat"/>
      </c:valAx>
      <c:valAx>
        <c:axId val="61352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35229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Day-Ahead</a:t>
            </a:r>
            <a:r>
              <a:rPr lang="en-US" b="1" baseline="0" dirty="0">
                <a:solidFill>
                  <a:schemeClr val="tx1"/>
                </a:solidFill>
              </a:rPr>
              <a:t> Price (MWh) vs Wind (GW</a:t>
            </a:r>
            <a:r>
              <a:rPr lang="en-US" b="1" baseline="0">
                <a:solidFill>
                  <a:schemeClr val="tx1"/>
                </a:solidFill>
              </a:rPr>
              <a:t>) in 2024</a:t>
            </a:r>
            <a:endParaRPr lang="en-US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3805630160900606"/>
          <c:y val="5.22199643056594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'Wind vs Prices'!$H$3:$H$368</c:f>
              <c:numCache>
                <c:formatCode>General</c:formatCode>
                <c:ptCount val="366"/>
                <c:pt idx="0">
                  <c:v>32.439483333333342</c:v>
                </c:pt>
                <c:pt idx="1">
                  <c:v>32.875144791666663</c:v>
                </c:pt>
                <c:pt idx="2">
                  <c:v>16.022351041666667</c:v>
                </c:pt>
                <c:pt idx="3">
                  <c:v>17.175623958333333</c:v>
                </c:pt>
                <c:pt idx="4">
                  <c:v>20.263059374999994</c:v>
                </c:pt>
                <c:pt idx="5">
                  <c:v>11.925803124999996</c:v>
                </c:pt>
                <c:pt idx="6">
                  <c:v>9.1804031249999962</c:v>
                </c:pt>
                <c:pt idx="7">
                  <c:v>3.5480458333333327</c:v>
                </c:pt>
                <c:pt idx="8">
                  <c:v>13.271901041666668</c:v>
                </c:pt>
                <c:pt idx="9">
                  <c:v>23.126741666666664</c:v>
                </c:pt>
                <c:pt idx="10">
                  <c:v>20.243063541666661</c:v>
                </c:pt>
                <c:pt idx="11">
                  <c:v>14.822855208333328</c:v>
                </c:pt>
                <c:pt idx="12">
                  <c:v>30.636880208333324</c:v>
                </c:pt>
                <c:pt idx="13">
                  <c:v>31.32216979166666</c:v>
                </c:pt>
                <c:pt idx="14">
                  <c:v>32.795610416666662</c:v>
                </c:pt>
                <c:pt idx="15">
                  <c:v>18.55321145833333</c:v>
                </c:pt>
                <c:pt idx="16">
                  <c:v>14.107582291666665</c:v>
                </c:pt>
                <c:pt idx="17">
                  <c:v>11.663243749999999</c:v>
                </c:pt>
                <c:pt idx="18">
                  <c:v>27.590077083333341</c:v>
                </c:pt>
                <c:pt idx="19">
                  <c:v>29.034682291666655</c:v>
                </c:pt>
                <c:pt idx="20">
                  <c:v>37.173862500000006</c:v>
                </c:pt>
                <c:pt idx="21">
                  <c:v>46.166720833333358</c:v>
                </c:pt>
                <c:pt idx="22">
                  <c:v>42.107477083333336</c:v>
                </c:pt>
                <c:pt idx="23">
                  <c:v>47.945526041666668</c:v>
                </c:pt>
                <c:pt idx="24">
                  <c:v>25.817115625000007</c:v>
                </c:pt>
                <c:pt idx="25">
                  <c:v>34.456769791666673</c:v>
                </c:pt>
                <c:pt idx="26">
                  <c:v>22.556627083333332</c:v>
                </c:pt>
                <c:pt idx="27">
                  <c:v>18.197745833333336</c:v>
                </c:pt>
                <c:pt idx="28">
                  <c:v>16.593857291666669</c:v>
                </c:pt>
                <c:pt idx="29">
                  <c:v>21.158367708333348</c:v>
                </c:pt>
                <c:pt idx="30">
                  <c:v>24.194951041666663</c:v>
                </c:pt>
                <c:pt idx="31">
                  <c:v>32.595180208333332</c:v>
                </c:pt>
                <c:pt idx="32">
                  <c:v>34.284396874999992</c:v>
                </c:pt>
                <c:pt idx="33">
                  <c:v>15.173613541666663</c:v>
                </c:pt>
                <c:pt idx="34">
                  <c:v>34.325639583333341</c:v>
                </c:pt>
                <c:pt idx="35">
                  <c:v>25.481883333333339</c:v>
                </c:pt>
                <c:pt idx="36">
                  <c:v>15.353260416666668</c:v>
                </c:pt>
                <c:pt idx="37">
                  <c:v>13.901047916666668</c:v>
                </c:pt>
                <c:pt idx="38">
                  <c:v>3.4110187499999998</c:v>
                </c:pt>
                <c:pt idx="39">
                  <c:v>9.5020645833333361</c:v>
                </c:pt>
                <c:pt idx="40">
                  <c:v>14.702214583333335</c:v>
                </c:pt>
                <c:pt idx="41">
                  <c:v>5.8009104166666674</c:v>
                </c:pt>
                <c:pt idx="42">
                  <c:v>23.165897916666665</c:v>
                </c:pt>
                <c:pt idx="43">
                  <c:v>19.865079166666671</c:v>
                </c:pt>
                <c:pt idx="44">
                  <c:v>22.113112500000003</c:v>
                </c:pt>
                <c:pt idx="45">
                  <c:v>15.673167708333336</c:v>
                </c:pt>
                <c:pt idx="46">
                  <c:v>24.283562499999999</c:v>
                </c:pt>
                <c:pt idx="47">
                  <c:v>13.179884375</c:v>
                </c:pt>
                <c:pt idx="48">
                  <c:v>19.272188541666662</c:v>
                </c:pt>
                <c:pt idx="49">
                  <c:v>27.025182291666663</c:v>
                </c:pt>
                <c:pt idx="50">
                  <c:v>24.287326041666667</c:v>
                </c:pt>
                <c:pt idx="51">
                  <c:v>28.175863541666672</c:v>
                </c:pt>
                <c:pt idx="52">
                  <c:v>33.956452083333332</c:v>
                </c:pt>
                <c:pt idx="53">
                  <c:v>35.435555208333341</c:v>
                </c:pt>
                <c:pt idx="54">
                  <c:v>17.326946875000001</c:v>
                </c:pt>
                <c:pt idx="55">
                  <c:v>13.242860416666668</c:v>
                </c:pt>
                <c:pt idx="56">
                  <c:v>12.852095833333335</c:v>
                </c:pt>
                <c:pt idx="57">
                  <c:v>6.4356197916666673</c:v>
                </c:pt>
                <c:pt idx="58">
                  <c:v>6.7397937499999987</c:v>
                </c:pt>
                <c:pt idx="59">
                  <c:v>21.082437500000001</c:v>
                </c:pt>
                <c:pt idx="60">
                  <c:v>40.72678333333333</c:v>
                </c:pt>
                <c:pt idx="61">
                  <c:v>38.619247916666666</c:v>
                </c:pt>
                <c:pt idx="62">
                  <c:v>14.800161458333335</c:v>
                </c:pt>
                <c:pt idx="63">
                  <c:v>15.588056250000001</c:v>
                </c:pt>
                <c:pt idx="64">
                  <c:v>19.284728124999997</c:v>
                </c:pt>
                <c:pt idx="65">
                  <c:v>8.7855552083333333</c:v>
                </c:pt>
                <c:pt idx="66">
                  <c:v>10.456125000000004</c:v>
                </c:pt>
                <c:pt idx="67">
                  <c:v>3.034852083333333</c:v>
                </c:pt>
                <c:pt idx="68">
                  <c:v>4.7162427083333336</c:v>
                </c:pt>
                <c:pt idx="69">
                  <c:v>13.860480208333334</c:v>
                </c:pt>
                <c:pt idx="70">
                  <c:v>6.302967708333334</c:v>
                </c:pt>
                <c:pt idx="71">
                  <c:v>16.520163541666673</c:v>
                </c:pt>
                <c:pt idx="72">
                  <c:v>11.639903125000002</c:v>
                </c:pt>
                <c:pt idx="73">
                  <c:v>16.524389583333331</c:v>
                </c:pt>
                <c:pt idx="74">
                  <c:v>24.78227291666666</c:v>
                </c:pt>
                <c:pt idx="75">
                  <c:v>25.700037500000004</c:v>
                </c:pt>
                <c:pt idx="76">
                  <c:v>9.8458114583333316</c:v>
                </c:pt>
                <c:pt idx="77">
                  <c:v>11.259786458333334</c:v>
                </c:pt>
                <c:pt idx="78">
                  <c:v>7.4921458333333337</c:v>
                </c:pt>
                <c:pt idx="79">
                  <c:v>2.3581760416666673</c:v>
                </c:pt>
                <c:pt idx="80">
                  <c:v>10.890507291666665</c:v>
                </c:pt>
                <c:pt idx="81">
                  <c:v>18.979651041666667</c:v>
                </c:pt>
                <c:pt idx="82">
                  <c:v>23.509244791666667</c:v>
                </c:pt>
                <c:pt idx="83">
                  <c:v>32.554532291666682</c:v>
                </c:pt>
                <c:pt idx="84">
                  <c:v>11.699148958333332</c:v>
                </c:pt>
                <c:pt idx="85">
                  <c:v>18.972926041666664</c:v>
                </c:pt>
                <c:pt idx="86">
                  <c:v>12.328240625000007</c:v>
                </c:pt>
                <c:pt idx="87">
                  <c:v>26.002420833333325</c:v>
                </c:pt>
                <c:pt idx="88">
                  <c:v>24.627176041666665</c:v>
                </c:pt>
                <c:pt idx="89">
                  <c:v>12.379038541666665</c:v>
                </c:pt>
                <c:pt idx="90">
                  <c:v>5.7333228260869564</c:v>
                </c:pt>
                <c:pt idx="91">
                  <c:v>25.833123958333331</c:v>
                </c:pt>
                <c:pt idx="92">
                  <c:v>42.33187187499999</c:v>
                </c:pt>
                <c:pt idx="93">
                  <c:v>8.9177437499999996</c:v>
                </c:pt>
                <c:pt idx="94">
                  <c:v>27.811700000000002</c:v>
                </c:pt>
                <c:pt idx="95">
                  <c:v>4.3200489583333326</c:v>
                </c:pt>
                <c:pt idx="96">
                  <c:v>5.3567593750000002</c:v>
                </c:pt>
                <c:pt idx="97">
                  <c:v>22.698554166666661</c:v>
                </c:pt>
                <c:pt idx="98">
                  <c:v>11.190289583333334</c:v>
                </c:pt>
                <c:pt idx="99">
                  <c:v>5.3226989583333353</c:v>
                </c:pt>
                <c:pt idx="100">
                  <c:v>7.894712499999998</c:v>
                </c:pt>
                <c:pt idx="101">
                  <c:v>4.5306062500000008</c:v>
                </c:pt>
                <c:pt idx="102">
                  <c:v>7.3319343749999986</c:v>
                </c:pt>
                <c:pt idx="103">
                  <c:v>19.813591666666664</c:v>
                </c:pt>
                <c:pt idx="104">
                  <c:v>22.810240624999999</c:v>
                </c:pt>
                <c:pt idx="105">
                  <c:v>21.881385416666674</c:v>
                </c:pt>
                <c:pt idx="106">
                  <c:v>27.126932291666655</c:v>
                </c:pt>
                <c:pt idx="107">
                  <c:v>6.5191583333333307</c:v>
                </c:pt>
                <c:pt idx="108">
                  <c:v>7.2251208333333317</c:v>
                </c:pt>
                <c:pt idx="109">
                  <c:v>29.864386458333342</c:v>
                </c:pt>
                <c:pt idx="110">
                  <c:v>16.057211458333335</c:v>
                </c:pt>
                <c:pt idx="111">
                  <c:v>11.053488541666667</c:v>
                </c:pt>
                <c:pt idx="112">
                  <c:v>5.7585572916666674</c:v>
                </c:pt>
                <c:pt idx="113">
                  <c:v>6.0826479166666658</c:v>
                </c:pt>
                <c:pt idx="114">
                  <c:v>10.014433333333331</c:v>
                </c:pt>
                <c:pt idx="115">
                  <c:v>7.3893395833333333</c:v>
                </c:pt>
                <c:pt idx="116">
                  <c:v>8.4620749999999987</c:v>
                </c:pt>
                <c:pt idx="117">
                  <c:v>9.1520874999999968</c:v>
                </c:pt>
                <c:pt idx="118">
                  <c:v>22.631726041666667</c:v>
                </c:pt>
                <c:pt idx="119">
                  <c:v>6.9795229166666655</c:v>
                </c:pt>
                <c:pt idx="120">
                  <c:v>11.872457291666665</c:v>
                </c:pt>
                <c:pt idx="121">
                  <c:v>22.562938541666657</c:v>
                </c:pt>
                <c:pt idx="122">
                  <c:v>45.604785416666651</c:v>
                </c:pt>
                <c:pt idx="123">
                  <c:v>14.032142708333332</c:v>
                </c:pt>
                <c:pt idx="124">
                  <c:v>29.005458333333337</c:v>
                </c:pt>
                <c:pt idx="125">
                  <c:v>13.683790625</c:v>
                </c:pt>
                <c:pt idx="126">
                  <c:v>14.722708333333335</c:v>
                </c:pt>
                <c:pt idx="127">
                  <c:v>19.864295833333337</c:v>
                </c:pt>
                <c:pt idx="128">
                  <c:v>3.0545208333333327</c:v>
                </c:pt>
                <c:pt idx="129">
                  <c:v>24.892513541666666</c:v>
                </c:pt>
                <c:pt idx="130">
                  <c:v>3.2774239583333342</c:v>
                </c:pt>
                <c:pt idx="131">
                  <c:v>4.1508520833333336</c:v>
                </c:pt>
                <c:pt idx="132">
                  <c:v>25.353509374999998</c:v>
                </c:pt>
                <c:pt idx="133">
                  <c:v>18.692312499999996</c:v>
                </c:pt>
                <c:pt idx="134">
                  <c:v>23.399756250000003</c:v>
                </c:pt>
                <c:pt idx="135">
                  <c:v>26.676211458333341</c:v>
                </c:pt>
                <c:pt idx="136">
                  <c:v>25.938277083333325</c:v>
                </c:pt>
                <c:pt idx="137">
                  <c:v>22.779668749999999</c:v>
                </c:pt>
                <c:pt idx="138">
                  <c:v>10.277932291666666</c:v>
                </c:pt>
                <c:pt idx="139">
                  <c:v>5.4995281250000003</c:v>
                </c:pt>
                <c:pt idx="140">
                  <c:v>4.6655072916666667</c:v>
                </c:pt>
                <c:pt idx="141">
                  <c:v>17.381039583333337</c:v>
                </c:pt>
                <c:pt idx="142">
                  <c:v>15.196057291666662</c:v>
                </c:pt>
                <c:pt idx="143">
                  <c:v>6.1782760416666678</c:v>
                </c:pt>
                <c:pt idx="144">
                  <c:v>4.0736020833333342</c:v>
                </c:pt>
                <c:pt idx="145">
                  <c:v>4.4127416666666672</c:v>
                </c:pt>
                <c:pt idx="146">
                  <c:v>3.323017708333333</c:v>
                </c:pt>
                <c:pt idx="147">
                  <c:v>5.2510177083333334</c:v>
                </c:pt>
                <c:pt idx="148">
                  <c:v>8.3999854166666683</c:v>
                </c:pt>
                <c:pt idx="149">
                  <c:v>15.583530208333332</c:v>
                </c:pt>
                <c:pt idx="150">
                  <c:v>3.5054583333333338</c:v>
                </c:pt>
                <c:pt idx="151">
                  <c:v>7.6649125000000007</c:v>
                </c:pt>
                <c:pt idx="152">
                  <c:v>18.350636458333334</c:v>
                </c:pt>
                <c:pt idx="153">
                  <c:v>47.61747604166667</c:v>
                </c:pt>
                <c:pt idx="154">
                  <c:v>5.7837114583333333</c:v>
                </c:pt>
                <c:pt idx="155">
                  <c:v>20.762148958333327</c:v>
                </c:pt>
                <c:pt idx="156">
                  <c:v>5.6621781250000005</c:v>
                </c:pt>
                <c:pt idx="157">
                  <c:v>7.2031364583333346</c:v>
                </c:pt>
                <c:pt idx="158">
                  <c:v>22.235403125000012</c:v>
                </c:pt>
                <c:pt idx="159">
                  <c:v>2.9500458333333337</c:v>
                </c:pt>
                <c:pt idx="160">
                  <c:v>21.455738541666673</c:v>
                </c:pt>
                <c:pt idx="161">
                  <c:v>11.253185416666666</c:v>
                </c:pt>
                <c:pt idx="162">
                  <c:v>0.57978645833333342</c:v>
                </c:pt>
                <c:pt idx="163">
                  <c:v>31.427974999999993</c:v>
                </c:pt>
                <c:pt idx="164">
                  <c:v>5.4723447916666652</c:v>
                </c:pt>
                <c:pt idx="165">
                  <c:v>13.829027083333335</c:v>
                </c:pt>
                <c:pt idx="166">
                  <c:v>22.532076041666663</c:v>
                </c:pt>
                <c:pt idx="167">
                  <c:v>13.259568749999998</c:v>
                </c:pt>
                <c:pt idx="168">
                  <c:v>6.391745833333335</c:v>
                </c:pt>
                <c:pt idx="169">
                  <c:v>2.8158062499999987</c:v>
                </c:pt>
                <c:pt idx="170">
                  <c:v>7.736225000000001</c:v>
                </c:pt>
                <c:pt idx="171">
                  <c:v>4.4100916666666663</c:v>
                </c:pt>
                <c:pt idx="172">
                  <c:v>7.0386770833333321</c:v>
                </c:pt>
                <c:pt idx="173">
                  <c:v>13.629782291666668</c:v>
                </c:pt>
                <c:pt idx="174">
                  <c:v>5.6631677083333338</c:v>
                </c:pt>
                <c:pt idx="175">
                  <c:v>2.6039812500000021</c:v>
                </c:pt>
                <c:pt idx="176">
                  <c:v>6.1440843750000003</c:v>
                </c:pt>
                <c:pt idx="177">
                  <c:v>6.3962322916666672</c:v>
                </c:pt>
                <c:pt idx="178">
                  <c:v>5.200471874999999</c:v>
                </c:pt>
                <c:pt idx="179">
                  <c:v>12.554501041666665</c:v>
                </c:pt>
                <c:pt idx="180">
                  <c:v>3.4318958333333351</c:v>
                </c:pt>
                <c:pt idx="181">
                  <c:v>13.887113541666665</c:v>
                </c:pt>
                <c:pt idx="182">
                  <c:v>19.071446874999996</c:v>
                </c:pt>
                <c:pt idx="183">
                  <c:v>24.647730208333339</c:v>
                </c:pt>
                <c:pt idx="184">
                  <c:v>12.819827083333328</c:v>
                </c:pt>
                <c:pt idx="185">
                  <c:v>20.725680208333326</c:v>
                </c:pt>
                <c:pt idx="186">
                  <c:v>5.9094427083333336</c:v>
                </c:pt>
                <c:pt idx="187">
                  <c:v>5.118170833333334</c:v>
                </c:pt>
                <c:pt idx="188">
                  <c:v>13.624924999999999</c:v>
                </c:pt>
                <c:pt idx="189">
                  <c:v>5.568303124999999</c:v>
                </c:pt>
                <c:pt idx="190">
                  <c:v>7.0603885416666659</c:v>
                </c:pt>
                <c:pt idx="191">
                  <c:v>16.067343749999996</c:v>
                </c:pt>
                <c:pt idx="192">
                  <c:v>1.8707083333333339</c:v>
                </c:pt>
                <c:pt idx="193">
                  <c:v>26.571189583333325</c:v>
                </c:pt>
                <c:pt idx="194">
                  <c:v>17.169856250000002</c:v>
                </c:pt>
                <c:pt idx="195">
                  <c:v>9.8342895833333355</c:v>
                </c:pt>
                <c:pt idx="196">
                  <c:v>6.5357833333333328</c:v>
                </c:pt>
                <c:pt idx="197">
                  <c:v>18.613910416666663</c:v>
                </c:pt>
                <c:pt idx="198">
                  <c:v>13.182704166666666</c:v>
                </c:pt>
                <c:pt idx="199">
                  <c:v>2.4966979166666659</c:v>
                </c:pt>
                <c:pt idx="200">
                  <c:v>2.717543749999999</c:v>
                </c:pt>
                <c:pt idx="201">
                  <c:v>6.7459312499999955</c:v>
                </c:pt>
                <c:pt idx="202">
                  <c:v>6.8634958333333334</c:v>
                </c:pt>
                <c:pt idx="203">
                  <c:v>9.466992708333331</c:v>
                </c:pt>
                <c:pt idx="204">
                  <c:v>9.889140624999996</c:v>
                </c:pt>
                <c:pt idx="205">
                  <c:v>11.939880208333332</c:v>
                </c:pt>
                <c:pt idx="206">
                  <c:v>3.7721906250000012</c:v>
                </c:pt>
                <c:pt idx="207">
                  <c:v>6.0968718749999988</c:v>
                </c:pt>
                <c:pt idx="208">
                  <c:v>1.5837677083333335</c:v>
                </c:pt>
                <c:pt idx="209">
                  <c:v>9.635895833333338</c:v>
                </c:pt>
                <c:pt idx="210">
                  <c:v>4.1587124999999983</c:v>
                </c:pt>
                <c:pt idx="211">
                  <c:v>2.450592708333335</c:v>
                </c:pt>
                <c:pt idx="212">
                  <c:v>3.2107354166666688</c:v>
                </c:pt>
                <c:pt idx="213">
                  <c:v>19.792486458333332</c:v>
                </c:pt>
                <c:pt idx="214">
                  <c:v>11.005091666666667</c:v>
                </c:pt>
                <c:pt idx="215">
                  <c:v>23.223726041666662</c:v>
                </c:pt>
                <c:pt idx="216">
                  <c:v>8.1756802083333326</c:v>
                </c:pt>
                <c:pt idx="217">
                  <c:v>3.5976604166666686</c:v>
                </c:pt>
                <c:pt idx="218">
                  <c:v>13.412238541666669</c:v>
                </c:pt>
                <c:pt idx="219">
                  <c:v>4.1241499999999993</c:v>
                </c:pt>
                <c:pt idx="220">
                  <c:v>5.3187656250000019</c:v>
                </c:pt>
                <c:pt idx="221">
                  <c:v>7.3429364583333347</c:v>
                </c:pt>
                <c:pt idx="222">
                  <c:v>14.052755208333336</c:v>
                </c:pt>
                <c:pt idx="223">
                  <c:v>10.629826041666668</c:v>
                </c:pt>
                <c:pt idx="224">
                  <c:v>17.30616354166666</c:v>
                </c:pt>
                <c:pt idx="225">
                  <c:v>9.9440947916666662</c:v>
                </c:pt>
                <c:pt idx="226">
                  <c:v>6.9155010416666665</c:v>
                </c:pt>
                <c:pt idx="227">
                  <c:v>5.1767781249999976</c:v>
                </c:pt>
                <c:pt idx="228">
                  <c:v>7.0959562499999995</c:v>
                </c:pt>
                <c:pt idx="229">
                  <c:v>1.6961020833333331</c:v>
                </c:pt>
                <c:pt idx="230">
                  <c:v>4.6536260416666684</c:v>
                </c:pt>
                <c:pt idx="231">
                  <c:v>3.9281427083333331</c:v>
                </c:pt>
                <c:pt idx="232">
                  <c:v>8.4822343750000044</c:v>
                </c:pt>
                <c:pt idx="233">
                  <c:v>21.974053125000012</c:v>
                </c:pt>
                <c:pt idx="234">
                  <c:v>17.088044791666665</c:v>
                </c:pt>
                <c:pt idx="235">
                  <c:v>26.321101041666669</c:v>
                </c:pt>
                <c:pt idx="236">
                  <c:v>15.583302083333335</c:v>
                </c:pt>
                <c:pt idx="237">
                  <c:v>19.193117708333336</c:v>
                </c:pt>
                <c:pt idx="238">
                  <c:v>8.8065947916666687</c:v>
                </c:pt>
                <c:pt idx="239">
                  <c:v>5.4908031249999985</c:v>
                </c:pt>
                <c:pt idx="240">
                  <c:v>9.4607885416666644</c:v>
                </c:pt>
                <c:pt idx="241">
                  <c:v>7.516763541666668</c:v>
                </c:pt>
                <c:pt idx="242">
                  <c:v>5.1805791666666652</c:v>
                </c:pt>
                <c:pt idx="243">
                  <c:v>9.1356677083333366</c:v>
                </c:pt>
                <c:pt idx="244">
                  <c:v>11.091085416666667</c:v>
                </c:pt>
                <c:pt idx="245">
                  <c:v>26.28007083333334</c:v>
                </c:pt>
                <c:pt idx="246">
                  <c:v>24.799631250000001</c:v>
                </c:pt>
                <c:pt idx="247">
                  <c:v>25.250245833333338</c:v>
                </c:pt>
                <c:pt idx="248">
                  <c:v>2.3097645833333327</c:v>
                </c:pt>
                <c:pt idx="249">
                  <c:v>15.577431250000005</c:v>
                </c:pt>
                <c:pt idx="250">
                  <c:v>8.1392052083333297</c:v>
                </c:pt>
                <c:pt idx="251">
                  <c:v>20.737037500000003</c:v>
                </c:pt>
                <c:pt idx="252">
                  <c:v>13.434527083333331</c:v>
                </c:pt>
                <c:pt idx="253">
                  <c:v>18.212618750000004</c:v>
                </c:pt>
                <c:pt idx="254">
                  <c:v>5.1406041666666669</c:v>
                </c:pt>
                <c:pt idx="255">
                  <c:v>30.371401041666658</c:v>
                </c:pt>
                <c:pt idx="256">
                  <c:v>13.187739583333331</c:v>
                </c:pt>
                <c:pt idx="257">
                  <c:v>18.548300000000005</c:v>
                </c:pt>
                <c:pt idx="258">
                  <c:v>11.231413541666663</c:v>
                </c:pt>
                <c:pt idx="259">
                  <c:v>14.629269791666662</c:v>
                </c:pt>
                <c:pt idx="260">
                  <c:v>15.392111458333328</c:v>
                </c:pt>
                <c:pt idx="261">
                  <c:v>15.269108333333321</c:v>
                </c:pt>
                <c:pt idx="262">
                  <c:v>16.481923958333326</c:v>
                </c:pt>
                <c:pt idx="263">
                  <c:v>16.687798958333332</c:v>
                </c:pt>
                <c:pt idx="264">
                  <c:v>9.3399197916666648</c:v>
                </c:pt>
                <c:pt idx="265">
                  <c:v>3.4765020833333327</c:v>
                </c:pt>
                <c:pt idx="266">
                  <c:v>3.388585416666666</c:v>
                </c:pt>
                <c:pt idx="267">
                  <c:v>12.65414479166667</c:v>
                </c:pt>
                <c:pt idx="268">
                  <c:v>20.440193749999995</c:v>
                </c:pt>
                <c:pt idx="269">
                  <c:v>31.863718750000007</c:v>
                </c:pt>
                <c:pt idx="270">
                  <c:v>39.054923958333319</c:v>
                </c:pt>
                <c:pt idx="271">
                  <c:v>24.048329166666665</c:v>
                </c:pt>
                <c:pt idx="272">
                  <c:v>8.564350000000001</c:v>
                </c:pt>
                <c:pt idx="273">
                  <c:v>28.413663541666665</c:v>
                </c:pt>
                <c:pt idx="274">
                  <c:v>6.5835468750000032</c:v>
                </c:pt>
                <c:pt idx="275">
                  <c:v>12.392683333333332</c:v>
                </c:pt>
                <c:pt idx="276">
                  <c:v>28.441403124999994</c:v>
                </c:pt>
                <c:pt idx="277">
                  <c:v>19.516928125000007</c:v>
                </c:pt>
                <c:pt idx="278">
                  <c:v>2.4861697916666667</c:v>
                </c:pt>
                <c:pt idx="279">
                  <c:v>12.009264583333332</c:v>
                </c:pt>
                <c:pt idx="280">
                  <c:v>10.074655208333336</c:v>
                </c:pt>
                <c:pt idx="281">
                  <c:v>12.450583333333334</c:v>
                </c:pt>
                <c:pt idx="282">
                  <c:v>25.058217708333338</c:v>
                </c:pt>
                <c:pt idx="283">
                  <c:v>29.762722916666668</c:v>
                </c:pt>
                <c:pt idx="284">
                  <c:v>1.7401760416666661</c:v>
                </c:pt>
                <c:pt idx="285">
                  <c:v>16.340386458333334</c:v>
                </c:pt>
                <c:pt idx="286">
                  <c:v>37.784642708333323</c:v>
                </c:pt>
                <c:pt idx="287">
                  <c:v>10.115040625000001</c:v>
                </c:pt>
                <c:pt idx="288">
                  <c:v>9.406738541666666</c:v>
                </c:pt>
                <c:pt idx="289">
                  <c:v>30.413566666666664</c:v>
                </c:pt>
                <c:pt idx="290">
                  <c:v>19.463351041666666</c:v>
                </c:pt>
                <c:pt idx="291">
                  <c:v>5.5486937500000009</c:v>
                </c:pt>
                <c:pt idx="292">
                  <c:v>8.8163187500000006</c:v>
                </c:pt>
                <c:pt idx="293">
                  <c:v>16.659899999999997</c:v>
                </c:pt>
                <c:pt idx="294">
                  <c:v>17.201956249999995</c:v>
                </c:pt>
                <c:pt idx="295">
                  <c:v>12.275052083333332</c:v>
                </c:pt>
                <c:pt idx="296">
                  <c:v>5.9520895833333345</c:v>
                </c:pt>
                <c:pt idx="297">
                  <c:v>10.747155208333334</c:v>
                </c:pt>
                <c:pt idx="298">
                  <c:v>7.118541666666669</c:v>
                </c:pt>
                <c:pt idx="299">
                  <c:v>5.6685031250000009</c:v>
                </c:pt>
                <c:pt idx="300">
                  <c:v>9.1530989999999992</c:v>
                </c:pt>
                <c:pt idx="301">
                  <c:v>11.630312499999997</c:v>
                </c:pt>
                <c:pt idx="302">
                  <c:v>7.3911718749999995</c:v>
                </c:pt>
                <c:pt idx="303">
                  <c:v>6.7716041666666662</c:v>
                </c:pt>
                <c:pt idx="304">
                  <c:v>12.325804166666661</c:v>
                </c:pt>
                <c:pt idx="305">
                  <c:v>5.7626177083333356</c:v>
                </c:pt>
                <c:pt idx="306">
                  <c:v>18.052634375</c:v>
                </c:pt>
                <c:pt idx="307">
                  <c:v>21.362863541666659</c:v>
                </c:pt>
                <c:pt idx="308">
                  <c:v>19.298176041666672</c:v>
                </c:pt>
                <c:pt idx="309">
                  <c:v>4.3620052083333301</c:v>
                </c:pt>
                <c:pt idx="310">
                  <c:v>22.146690625000002</c:v>
                </c:pt>
                <c:pt idx="311">
                  <c:v>4.5020958333333327</c:v>
                </c:pt>
                <c:pt idx="312">
                  <c:v>6.2577468749999996</c:v>
                </c:pt>
                <c:pt idx="313">
                  <c:v>19.579889583333337</c:v>
                </c:pt>
                <c:pt idx="314">
                  <c:v>13.891965625000001</c:v>
                </c:pt>
                <c:pt idx="315">
                  <c:v>10.166714583333331</c:v>
                </c:pt>
                <c:pt idx="316">
                  <c:v>3.5351312500000001</c:v>
                </c:pt>
                <c:pt idx="317">
                  <c:v>7.2424468750000015</c:v>
                </c:pt>
                <c:pt idx="318">
                  <c:v>15.573438541666667</c:v>
                </c:pt>
                <c:pt idx="319">
                  <c:v>11.325355208333338</c:v>
                </c:pt>
                <c:pt idx="320">
                  <c:v>23.889828125000001</c:v>
                </c:pt>
                <c:pt idx="321">
                  <c:v>33.925526041666672</c:v>
                </c:pt>
                <c:pt idx="322">
                  <c:v>29.877327083333338</c:v>
                </c:pt>
                <c:pt idx="323">
                  <c:v>22.670183333333345</c:v>
                </c:pt>
                <c:pt idx="324">
                  <c:v>22.417451041666666</c:v>
                </c:pt>
                <c:pt idx="325">
                  <c:v>21.559377083333331</c:v>
                </c:pt>
                <c:pt idx="326">
                  <c:v>28.687102083333333</c:v>
                </c:pt>
                <c:pt idx="327">
                  <c:v>30.710274999999999</c:v>
                </c:pt>
                <c:pt idx="328">
                  <c:v>43.535562500000012</c:v>
                </c:pt>
                <c:pt idx="329">
                  <c:v>38.727054166666676</c:v>
                </c:pt>
                <c:pt idx="330">
                  <c:v>23.663645833333337</c:v>
                </c:pt>
                <c:pt idx="331">
                  <c:v>23.15412499999999</c:v>
                </c:pt>
                <c:pt idx="332">
                  <c:v>33.511387499999991</c:v>
                </c:pt>
                <c:pt idx="333">
                  <c:v>7.3669749999999974</c:v>
                </c:pt>
                <c:pt idx="334">
                  <c:v>16.519868750000001</c:v>
                </c:pt>
                <c:pt idx="335">
                  <c:v>9.6612750000000016</c:v>
                </c:pt>
                <c:pt idx="336">
                  <c:v>18.111891666666661</c:v>
                </c:pt>
                <c:pt idx="337">
                  <c:v>6.0300697916666683</c:v>
                </c:pt>
                <c:pt idx="338">
                  <c:v>16.676599999999997</c:v>
                </c:pt>
                <c:pt idx="339">
                  <c:v>13.304473958333334</c:v>
                </c:pt>
                <c:pt idx="340">
                  <c:v>11.073723958333332</c:v>
                </c:pt>
                <c:pt idx="341">
                  <c:v>7.5862260416666691</c:v>
                </c:pt>
                <c:pt idx="342">
                  <c:v>6.5423895833333336</c:v>
                </c:pt>
                <c:pt idx="343">
                  <c:v>6.3525906250000004</c:v>
                </c:pt>
                <c:pt idx="344">
                  <c:v>16.752513541666662</c:v>
                </c:pt>
                <c:pt idx="345">
                  <c:v>5.6608124999999996</c:v>
                </c:pt>
                <c:pt idx="346">
                  <c:v>1.8318593750000001</c:v>
                </c:pt>
                <c:pt idx="347">
                  <c:v>5.3869312499999999</c:v>
                </c:pt>
                <c:pt idx="348">
                  <c:v>22.621335416666664</c:v>
                </c:pt>
                <c:pt idx="349">
                  <c:v>37.537002083333334</c:v>
                </c:pt>
                <c:pt idx="350">
                  <c:v>44.79018958333333</c:v>
                </c:pt>
                <c:pt idx="351">
                  <c:v>27.888577083333328</c:v>
                </c:pt>
                <c:pt idx="352">
                  <c:v>37.442846875000001</c:v>
                </c:pt>
                <c:pt idx="353">
                  <c:v>41.528198958333313</c:v>
                </c:pt>
                <c:pt idx="354">
                  <c:v>34.433026041666672</c:v>
                </c:pt>
                <c:pt idx="355">
                  <c:v>39.616154166666654</c:v>
                </c:pt>
                <c:pt idx="356">
                  <c:v>36.769294791666674</c:v>
                </c:pt>
                <c:pt idx="357">
                  <c:v>32.383451041666653</c:v>
                </c:pt>
                <c:pt idx="358">
                  <c:v>12.374866666666668</c:v>
                </c:pt>
                <c:pt idx="359">
                  <c:v>7.5216385416666656</c:v>
                </c:pt>
                <c:pt idx="360">
                  <c:v>3.7245270833333346</c:v>
                </c:pt>
                <c:pt idx="361">
                  <c:v>1.7895041666666667</c:v>
                </c:pt>
                <c:pt idx="362">
                  <c:v>1.9916031249999997</c:v>
                </c:pt>
                <c:pt idx="363">
                  <c:v>16.597035416666667</c:v>
                </c:pt>
                <c:pt idx="364">
                  <c:v>29.890530208333324</c:v>
                </c:pt>
                <c:pt idx="365">
                  <c:v>30.80284270833334</c:v>
                </c:pt>
              </c:numCache>
            </c:numRef>
          </c:xVal>
          <c:yVal>
            <c:numRef>
              <c:f>'Wind vs Prices'!$I$3:$I$368</c:f>
              <c:numCache>
                <c:formatCode>General</c:formatCode>
                <c:ptCount val="366"/>
                <c:pt idx="0">
                  <c:v>10.483958333333334</c:v>
                </c:pt>
                <c:pt idx="1">
                  <c:v>67.508749999999978</c:v>
                </c:pt>
                <c:pt idx="2">
                  <c:v>68.469895833333339</c:v>
                </c:pt>
                <c:pt idx="3">
                  <c:v>16.054791666666656</c:v>
                </c:pt>
                <c:pt idx="4">
                  <c:v>9.2633333333333372</c:v>
                </c:pt>
                <c:pt idx="5">
                  <c:v>56.998020833333378</c:v>
                </c:pt>
                <c:pt idx="6">
                  <c:v>91.998958333333277</c:v>
                </c:pt>
                <c:pt idx="7">
                  <c:v>95.213541666666629</c:v>
                </c:pt>
                <c:pt idx="8">
                  <c:v>53.63604166666665</c:v>
                </c:pt>
                <c:pt idx="9">
                  <c:v>68.774687499999985</c:v>
                </c:pt>
                <c:pt idx="10">
                  <c:v>61.423750000000013</c:v>
                </c:pt>
                <c:pt idx="11">
                  <c:v>96.498958333333306</c:v>
                </c:pt>
                <c:pt idx="12">
                  <c:v>74.828333333333319</c:v>
                </c:pt>
                <c:pt idx="13">
                  <c:v>66.157812499999963</c:v>
                </c:pt>
                <c:pt idx="14">
                  <c:v>86.999479166666674</c:v>
                </c:pt>
                <c:pt idx="15">
                  <c:v>99.325625000000059</c:v>
                </c:pt>
                <c:pt idx="16">
                  <c:v>99.320416666666674</c:v>
                </c:pt>
                <c:pt idx="17">
                  <c:v>93.692604166666669</c:v>
                </c:pt>
                <c:pt idx="18">
                  <c:v>80.725312500000001</c:v>
                </c:pt>
                <c:pt idx="19">
                  <c:v>71.67812499999998</c:v>
                </c:pt>
                <c:pt idx="20">
                  <c:v>45.353229166666665</c:v>
                </c:pt>
                <c:pt idx="21">
                  <c:v>40.000729166666666</c:v>
                </c:pt>
                <c:pt idx="22">
                  <c:v>55.873854166666661</c:v>
                </c:pt>
                <c:pt idx="23">
                  <c:v>42.841562500000002</c:v>
                </c:pt>
                <c:pt idx="24">
                  <c:v>75.904270833333342</c:v>
                </c:pt>
                <c:pt idx="25">
                  <c:v>63.655104166666682</c:v>
                </c:pt>
                <c:pt idx="26">
                  <c:v>65.546145833333355</c:v>
                </c:pt>
                <c:pt idx="27">
                  <c:v>63.091145833333343</c:v>
                </c:pt>
                <c:pt idx="28">
                  <c:v>72.902083333333337</c:v>
                </c:pt>
                <c:pt idx="29">
                  <c:v>78.108333333333334</c:v>
                </c:pt>
                <c:pt idx="30">
                  <c:v>72.83416666666669</c:v>
                </c:pt>
                <c:pt idx="31">
                  <c:v>61.001354166666665</c:v>
                </c:pt>
                <c:pt idx="32">
                  <c:v>64.705416666666679</c:v>
                </c:pt>
                <c:pt idx="33">
                  <c:v>61.487812499999983</c:v>
                </c:pt>
                <c:pt idx="34">
                  <c:v>34.500520833333333</c:v>
                </c:pt>
                <c:pt idx="35">
                  <c:v>43.033229166666679</c:v>
                </c:pt>
                <c:pt idx="36">
                  <c:v>25.229687499999983</c:v>
                </c:pt>
                <c:pt idx="37">
                  <c:v>87.64885416666668</c:v>
                </c:pt>
                <c:pt idx="38">
                  <c:v>95.269270833333323</c:v>
                </c:pt>
                <c:pt idx="39">
                  <c:v>105.73125</c:v>
                </c:pt>
                <c:pt idx="40">
                  <c:v>97.790520833333346</c:v>
                </c:pt>
                <c:pt idx="41">
                  <c:v>102.55645833333337</c:v>
                </c:pt>
                <c:pt idx="42">
                  <c:v>107.11270833333339</c:v>
                </c:pt>
                <c:pt idx="43">
                  <c:v>73.50500000000001</c:v>
                </c:pt>
                <c:pt idx="44">
                  <c:v>70.028125000000003</c:v>
                </c:pt>
                <c:pt idx="45">
                  <c:v>72.245937499999982</c:v>
                </c:pt>
                <c:pt idx="46">
                  <c:v>61.000729166666666</c:v>
                </c:pt>
                <c:pt idx="47">
                  <c:v>66.68468750000001</c:v>
                </c:pt>
                <c:pt idx="48">
                  <c:v>55.75708333333332</c:v>
                </c:pt>
                <c:pt idx="49">
                  <c:v>64.793125000000018</c:v>
                </c:pt>
                <c:pt idx="50">
                  <c:v>63.601354166666653</c:v>
                </c:pt>
                <c:pt idx="51">
                  <c:v>56.782187499999964</c:v>
                </c:pt>
                <c:pt idx="52">
                  <c:v>48.479687500000004</c:v>
                </c:pt>
                <c:pt idx="53">
                  <c:v>39.340624999999996</c:v>
                </c:pt>
                <c:pt idx="54">
                  <c:v>58.898749999999978</c:v>
                </c:pt>
                <c:pt idx="55">
                  <c:v>54.99916666666666</c:v>
                </c:pt>
                <c:pt idx="56">
                  <c:v>64.499895833333298</c:v>
                </c:pt>
                <c:pt idx="57">
                  <c:v>75.512500000000003</c:v>
                </c:pt>
                <c:pt idx="58">
                  <c:v>72.301666666666634</c:v>
                </c:pt>
                <c:pt idx="59">
                  <c:v>61.999166666666646</c:v>
                </c:pt>
                <c:pt idx="60">
                  <c:v>41.5683333333333</c:v>
                </c:pt>
                <c:pt idx="61">
                  <c:v>33.225833333333348</c:v>
                </c:pt>
                <c:pt idx="62">
                  <c:v>58.128020833333345</c:v>
                </c:pt>
                <c:pt idx="63">
                  <c:v>78.455104166666672</c:v>
                </c:pt>
                <c:pt idx="64">
                  <c:v>68.085104166666639</c:v>
                </c:pt>
                <c:pt idx="65">
                  <c:v>84.841145833333329</c:v>
                </c:pt>
                <c:pt idx="66">
                  <c:v>91.858854166666731</c:v>
                </c:pt>
                <c:pt idx="67">
                  <c:v>74.01614583333334</c:v>
                </c:pt>
                <c:pt idx="68">
                  <c:v>128.74989583333323</c:v>
                </c:pt>
                <c:pt idx="69">
                  <c:v>81.845104166666701</c:v>
                </c:pt>
                <c:pt idx="70">
                  <c:v>88.778854166666648</c:v>
                </c:pt>
                <c:pt idx="71">
                  <c:v>138.00208333333327</c:v>
                </c:pt>
                <c:pt idx="72">
                  <c:v>72.238645833333308</c:v>
                </c:pt>
                <c:pt idx="73">
                  <c:v>66.885833333333295</c:v>
                </c:pt>
                <c:pt idx="74">
                  <c:v>55.261458333333316</c:v>
                </c:pt>
                <c:pt idx="75">
                  <c:v>44.850416666666653</c:v>
                </c:pt>
                <c:pt idx="76">
                  <c:v>58.498229166666647</c:v>
                </c:pt>
                <c:pt idx="77">
                  <c:v>76.504791666666634</c:v>
                </c:pt>
                <c:pt idx="78">
                  <c:v>82.818124999999995</c:v>
                </c:pt>
                <c:pt idx="79">
                  <c:v>89.681354166666651</c:v>
                </c:pt>
                <c:pt idx="80">
                  <c:v>80.358437499999937</c:v>
                </c:pt>
                <c:pt idx="81">
                  <c:v>65.518854166666642</c:v>
                </c:pt>
                <c:pt idx="82">
                  <c:v>31.299791666666653</c:v>
                </c:pt>
                <c:pt idx="83">
                  <c:v>15.874374999999993</c:v>
                </c:pt>
                <c:pt idx="84">
                  <c:v>71.519999999999968</c:v>
                </c:pt>
                <c:pt idx="85">
                  <c:v>67.2552083333333</c:v>
                </c:pt>
                <c:pt idx="86">
                  <c:v>72.899999999999977</c:v>
                </c:pt>
                <c:pt idx="87">
                  <c:v>52.112291666666657</c:v>
                </c:pt>
                <c:pt idx="88">
                  <c:v>33.14083333333334</c:v>
                </c:pt>
                <c:pt idx="89">
                  <c:v>39.89291666666665</c:v>
                </c:pt>
                <c:pt idx="90">
                  <c:v>33.264456521739127</c:v>
                </c:pt>
                <c:pt idx="91">
                  <c:v>82.23343749999998</c:v>
                </c:pt>
                <c:pt idx="92">
                  <c:v>9.9010416666666661</c:v>
                </c:pt>
                <c:pt idx="93">
                  <c:v>76.495312500000026</c:v>
                </c:pt>
                <c:pt idx="94">
                  <c:v>62.500416666666666</c:v>
                </c:pt>
                <c:pt idx="95">
                  <c:v>72.498854166666632</c:v>
                </c:pt>
                <c:pt idx="96">
                  <c:v>112.40593749999995</c:v>
                </c:pt>
                <c:pt idx="97">
                  <c:v>39.500104166666659</c:v>
                </c:pt>
                <c:pt idx="98">
                  <c:v>60.773854166666688</c:v>
                </c:pt>
                <c:pt idx="99">
                  <c:v>128.22124999999991</c:v>
                </c:pt>
                <c:pt idx="100">
                  <c:v>97.540625000000077</c:v>
                </c:pt>
                <c:pt idx="101">
                  <c:v>134.80218750000003</c:v>
                </c:pt>
                <c:pt idx="102">
                  <c:v>184.89354166666661</c:v>
                </c:pt>
                <c:pt idx="103">
                  <c:v>27.814895833333328</c:v>
                </c:pt>
                <c:pt idx="104">
                  <c:v>4.6551041666666553</c:v>
                </c:pt>
                <c:pt idx="105">
                  <c:v>57.482187499999988</c:v>
                </c:pt>
                <c:pt idx="106">
                  <c:v>58.761250000000018</c:v>
                </c:pt>
                <c:pt idx="107">
                  <c:v>110.49177083333329</c:v>
                </c:pt>
                <c:pt idx="108">
                  <c:v>96.999895833333298</c:v>
                </c:pt>
                <c:pt idx="109">
                  <c:v>57.16854166666667</c:v>
                </c:pt>
                <c:pt idx="110">
                  <c:v>56.533437499999991</c:v>
                </c:pt>
                <c:pt idx="111">
                  <c:v>56.289270833333319</c:v>
                </c:pt>
                <c:pt idx="112">
                  <c:v>97.841562500000009</c:v>
                </c:pt>
                <c:pt idx="113">
                  <c:v>96.387604166666662</c:v>
                </c:pt>
                <c:pt idx="114">
                  <c:v>89.647499999999994</c:v>
                </c:pt>
                <c:pt idx="115">
                  <c:v>93.132083333333341</c:v>
                </c:pt>
                <c:pt idx="116">
                  <c:v>88.922708333333318</c:v>
                </c:pt>
                <c:pt idx="117">
                  <c:v>61.033229166666672</c:v>
                </c:pt>
                <c:pt idx="118">
                  <c:v>23.594895833333343</c:v>
                </c:pt>
                <c:pt idx="119">
                  <c:v>84.93874999999997</c:v>
                </c:pt>
                <c:pt idx="120">
                  <c:v>70.794791666666654</c:v>
                </c:pt>
                <c:pt idx="121">
                  <c:v>93.361354166666658</c:v>
                </c:pt>
                <c:pt idx="122">
                  <c:v>53.999166666666689</c:v>
                </c:pt>
                <c:pt idx="123">
                  <c:v>74.114479166666641</c:v>
                </c:pt>
                <c:pt idx="124">
                  <c:v>50.180104166666645</c:v>
                </c:pt>
                <c:pt idx="125">
                  <c:v>48.585104166666667</c:v>
                </c:pt>
                <c:pt idx="126">
                  <c:v>81.741666666666632</c:v>
                </c:pt>
                <c:pt idx="127">
                  <c:v>44.028750000000002</c:v>
                </c:pt>
                <c:pt idx="128">
                  <c:v>92.001354166666673</c:v>
                </c:pt>
                <c:pt idx="129">
                  <c:v>68.998437500000023</c:v>
                </c:pt>
                <c:pt idx="130">
                  <c:v>90.571666666666616</c:v>
                </c:pt>
                <c:pt idx="131">
                  <c:v>146.4635416666666</c:v>
                </c:pt>
                <c:pt idx="132">
                  <c:v>106.99979166666668</c:v>
                </c:pt>
                <c:pt idx="133">
                  <c:v>58.622291666666662</c:v>
                </c:pt>
                <c:pt idx="134">
                  <c:v>31.593125000000015</c:v>
                </c:pt>
                <c:pt idx="135">
                  <c:v>37.551770833333357</c:v>
                </c:pt>
                <c:pt idx="136">
                  <c:v>45.017916666666672</c:v>
                </c:pt>
                <c:pt idx="137">
                  <c:v>66.499895833333312</c:v>
                </c:pt>
                <c:pt idx="138">
                  <c:v>53.955312499999984</c:v>
                </c:pt>
                <c:pt idx="139">
                  <c:v>46.15177083333333</c:v>
                </c:pt>
                <c:pt idx="140">
                  <c:v>48.598958333333321</c:v>
                </c:pt>
                <c:pt idx="141">
                  <c:v>76.517083333333346</c:v>
                </c:pt>
                <c:pt idx="142">
                  <c:v>84.800104166666628</c:v>
                </c:pt>
                <c:pt idx="143">
                  <c:v>99.405625000000029</c:v>
                </c:pt>
                <c:pt idx="144">
                  <c:v>103.76729166666668</c:v>
                </c:pt>
                <c:pt idx="145">
                  <c:v>75.004791666666662</c:v>
                </c:pt>
                <c:pt idx="146">
                  <c:v>61.921354166666646</c:v>
                </c:pt>
                <c:pt idx="147">
                  <c:v>98.783125000000027</c:v>
                </c:pt>
                <c:pt idx="148">
                  <c:v>95.896458333333385</c:v>
                </c:pt>
                <c:pt idx="149">
                  <c:v>81.67843750000003</c:v>
                </c:pt>
                <c:pt idx="150">
                  <c:v>88.198750000000004</c:v>
                </c:pt>
                <c:pt idx="151">
                  <c:v>94.599791666666647</c:v>
                </c:pt>
                <c:pt idx="152">
                  <c:v>85.719895833333339</c:v>
                </c:pt>
                <c:pt idx="153">
                  <c:v>42.978750000000012</c:v>
                </c:pt>
                <c:pt idx="154">
                  <c:v>82.896562499999973</c:v>
                </c:pt>
                <c:pt idx="155">
                  <c:v>26.584375000000009</c:v>
                </c:pt>
                <c:pt idx="156">
                  <c:v>92.077291666666653</c:v>
                </c:pt>
                <c:pt idx="157">
                  <c:v>93.537083333333342</c:v>
                </c:pt>
                <c:pt idx="158">
                  <c:v>11.078749999999999</c:v>
                </c:pt>
                <c:pt idx="159">
                  <c:v>90.997812499999995</c:v>
                </c:pt>
                <c:pt idx="160">
                  <c:v>77.452291666666653</c:v>
                </c:pt>
                <c:pt idx="161">
                  <c:v>59.766770833333361</c:v>
                </c:pt>
                <c:pt idx="162">
                  <c:v>219.9041666666665</c:v>
                </c:pt>
                <c:pt idx="163">
                  <c:v>86.747291666666641</c:v>
                </c:pt>
                <c:pt idx="164">
                  <c:v>96.739374999999981</c:v>
                </c:pt>
                <c:pt idx="165">
                  <c:v>85.520000000000024</c:v>
                </c:pt>
                <c:pt idx="166">
                  <c:v>13.605937499999984</c:v>
                </c:pt>
                <c:pt idx="167">
                  <c:v>26.055520833333333</c:v>
                </c:pt>
                <c:pt idx="168">
                  <c:v>92.353645833333317</c:v>
                </c:pt>
                <c:pt idx="169">
                  <c:v>102.14520833333336</c:v>
                </c:pt>
                <c:pt idx="170">
                  <c:v>82.526562499999997</c:v>
                </c:pt>
                <c:pt idx="171">
                  <c:v>93.794270833333314</c:v>
                </c:pt>
                <c:pt idx="172">
                  <c:v>95.543437500000024</c:v>
                </c:pt>
                <c:pt idx="173">
                  <c:v>50.975937499999986</c:v>
                </c:pt>
                <c:pt idx="174">
                  <c:v>51.954062500000013</c:v>
                </c:pt>
                <c:pt idx="175">
                  <c:v>91.612187500000047</c:v>
                </c:pt>
                <c:pt idx="176">
                  <c:v>89.001041666666652</c:v>
                </c:pt>
                <c:pt idx="177">
                  <c:v>86.329895833333339</c:v>
                </c:pt>
                <c:pt idx="178">
                  <c:v>99.850416666666675</c:v>
                </c:pt>
                <c:pt idx="179">
                  <c:v>64.558437500000025</c:v>
                </c:pt>
                <c:pt idx="180">
                  <c:v>65.144270833333309</c:v>
                </c:pt>
                <c:pt idx="181">
                  <c:v>51.548645833333325</c:v>
                </c:pt>
                <c:pt idx="182">
                  <c:v>83.00124999999997</c:v>
                </c:pt>
                <c:pt idx="183">
                  <c:v>76.00229166666665</c:v>
                </c:pt>
                <c:pt idx="184">
                  <c:v>75.039791666666659</c:v>
                </c:pt>
                <c:pt idx="185">
                  <c:v>17.898958333333336</c:v>
                </c:pt>
                <c:pt idx="186">
                  <c:v>94.602812499999914</c:v>
                </c:pt>
                <c:pt idx="187">
                  <c:v>84.483437500000022</c:v>
                </c:pt>
                <c:pt idx="188">
                  <c:v>29.513854166666647</c:v>
                </c:pt>
                <c:pt idx="189">
                  <c:v>90.944895833333362</c:v>
                </c:pt>
                <c:pt idx="190">
                  <c:v>80.591770833333342</c:v>
                </c:pt>
                <c:pt idx="191">
                  <c:v>85.020312499999974</c:v>
                </c:pt>
                <c:pt idx="192">
                  <c:v>177.56364583333334</c:v>
                </c:pt>
                <c:pt idx="193">
                  <c:v>75.722187499999976</c:v>
                </c:pt>
                <c:pt idx="194">
                  <c:v>31.280104166666664</c:v>
                </c:pt>
                <c:pt idx="195">
                  <c:v>19.624999999999993</c:v>
                </c:pt>
                <c:pt idx="196">
                  <c:v>80.1640625</c:v>
                </c:pt>
                <c:pt idx="197">
                  <c:v>49.038125000000029</c:v>
                </c:pt>
                <c:pt idx="198">
                  <c:v>72.504166666666649</c:v>
                </c:pt>
                <c:pt idx="199">
                  <c:v>94.498958333333363</c:v>
                </c:pt>
                <c:pt idx="200">
                  <c:v>84.760624999999976</c:v>
                </c:pt>
                <c:pt idx="201">
                  <c:v>60.771145833333293</c:v>
                </c:pt>
                <c:pt idx="202">
                  <c:v>49.222812500000003</c:v>
                </c:pt>
                <c:pt idx="203">
                  <c:v>76.392291666666623</c:v>
                </c:pt>
                <c:pt idx="204">
                  <c:v>83.031666666666652</c:v>
                </c:pt>
                <c:pt idx="205">
                  <c:v>64.998020833333356</c:v>
                </c:pt>
                <c:pt idx="206">
                  <c:v>84.459583333333342</c:v>
                </c:pt>
                <c:pt idx="207">
                  <c:v>88.9583333333333</c:v>
                </c:pt>
                <c:pt idx="208">
                  <c:v>80.708541666666648</c:v>
                </c:pt>
                <c:pt idx="209">
                  <c:v>41.209479166666661</c:v>
                </c:pt>
                <c:pt idx="210">
                  <c:v>82.000104166666617</c:v>
                </c:pt>
                <c:pt idx="211">
                  <c:v>83.031562499999993</c:v>
                </c:pt>
                <c:pt idx="212">
                  <c:v>82.051458333333343</c:v>
                </c:pt>
                <c:pt idx="213">
                  <c:v>101.59374999999993</c:v>
                </c:pt>
                <c:pt idx="214">
                  <c:v>91.001979166666672</c:v>
                </c:pt>
                <c:pt idx="215">
                  <c:v>61.914687500000007</c:v>
                </c:pt>
                <c:pt idx="216">
                  <c:v>76.500937500000006</c:v>
                </c:pt>
                <c:pt idx="217">
                  <c:v>93.252499999999941</c:v>
                </c:pt>
                <c:pt idx="218">
                  <c:v>46.667083333333331</c:v>
                </c:pt>
                <c:pt idx="219">
                  <c:v>97.025937499999955</c:v>
                </c:pt>
                <c:pt idx="220">
                  <c:v>92.49854166666664</c:v>
                </c:pt>
                <c:pt idx="221">
                  <c:v>73.722291666666692</c:v>
                </c:pt>
                <c:pt idx="222">
                  <c:v>93.849583333333371</c:v>
                </c:pt>
                <c:pt idx="223">
                  <c:v>114.19364583333326</c:v>
                </c:pt>
                <c:pt idx="224">
                  <c:v>85.306666666666686</c:v>
                </c:pt>
                <c:pt idx="225">
                  <c:v>95.671145833333313</c:v>
                </c:pt>
                <c:pt idx="226">
                  <c:v>113.30749999999996</c:v>
                </c:pt>
                <c:pt idx="227">
                  <c:v>87.977395833333333</c:v>
                </c:pt>
                <c:pt idx="228">
                  <c:v>98.330729166666686</c:v>
                </c:pt>
                <c:pt idx="229">
                  <c:v>95.341249999999988</c:v>
                </c:pt>
                <c:pt idx="230">
                  <c:v>79.889999999999958</c:v>
                </c:pt>
                <c:pt idx="231">
                  <c:v>109.99802083333331</c:v>
                </c:pt>
                <c:pt idx="232">
                  <c:v>87.998229166666633</c:v>
                </c:pt>
                <c:pt idx="233">
                  <c:v>55.068437500000009</c:v>
                </c:pt>
                <c:pt idx="234">
                  <c:v>64.572708333333324</c:v>
                </c:pt>
                <c:pt idx="235">
                  <c:v>42.112083333333302</c:v>
                </c:pt>
                <c:pt idx="236">
                  <c:v>43.801249999999989</c:v>
                </c:pt>
                <c:pt idx="237">
                  <c:v>30.998645833333367</c:v>
                </c:pt>
                <c:pt idx="238">
                  <c:v>98.327604166666632</c:v>
                </c:pt>
                <c:pt idx="239">
                  <c:v>101.10104166666667</c:v>
                </c:pt>
                <c:pt idx="240">
                  <c:v>94.35427083333343</c:v>
                </c:pt>
                <c:pt idx="241">
                  <c:v>109.8555208333333</c:v>
                </c:pt>
                <c:pt idx="242">
                  <c:v>113.67854166666666</c:v>
                </c:pt>
                <c:pt idx="243">
                  <c:v>75.331666666666663</c:v>
                </c:pt>
                <c:pt idx="244">
                  <c:v>112.78416666666665</c:v>
                </c:pt>
                <c:pt idx="245">
                  <c:v>70.989791666666662</c:v>
                </c:pt>
                <c:pt idx="246">
                  <c:v>45.500937499999992</c:v>
                </c:pt>
                <c:pt idx="247">
                  <c:v>57.331979166666656</c:v>
                </c:pt>
                <c:pt idx="248">
                  <c:v>62.73979166666669</c:v>
                </c:pt>
                <c:pt idx="249">
                  <c:v>25.809374999999985</c:v>
                </c:pt>
                <c:pt idx="250">
                  <c:v>78.700208333333322</c:v>
                </c:pt>
                <c:pt idx="251">
                  <c:v>51.705208333333339</c:v>
                </c:pt>
                <c:pt idx="252">
                  <c:v>111.60322916666667</c:v>
                </c:pt>
                <c:pt idx="253">
                  <c:v>82.085208333333313</c:v>
                </c:pt>
                <c:pt idx="254">
                  <c:v>113.43166666666673</c:v>
                </c:pt>
                <c:pt idx="255">
                  <c:v>91.465312500000053</c:v>
                </c:pt>
                <c:pt idx="256">
                  <c:v>89.735520833333382</c:v>
                </c:pt>
                <c:pt idx="257">
                  <c:v>57.660312500000003</c:v>
                </c:pt>
                <c:pt idx="258">
                  <c:v>61.432812499999955</c:v>
                </c:pt>
                <c:pt idx="259">
                  <c:v>105.29760416666666</c:v>
                </c:pt>
                <c:pt idx="260">
                  <c:v>87.216770833333399</c:v>
                </c:pt>
                <c:pt idx="261">
                  <c:v>78.430729166666666</c:v>
                </c:pt>
                <c:pt idx="262">
                  <c:v>76.695937500000014</c:v>
                </c:pt>
                <c:pt idx="263">
                  <c:v>74.86333333333333</c:v>
                </c:pt>
                <c:pt idx="264">
                  <c:v>66.915937499999998</c:v>
                </c:pt>
                <c:pt idx="265">
                  <c:v>70.090312499999968</c:v>
                </c:pt>
                <c:pt idx="266">
                  <c:v>108.25229166666666</c:v>
                </c:pt>
                <c:pt idx="267">
                  <c:v>97.577291666666611</c:v>
                </c:pt>
                <c:pt idx="268">
                  <c:v>82.003124999999997</c:v>
                </c:pt>
                <c:pt idx="269">
                  <c:v>61.035104166666706</c:v>
                </c:pt>
                <c:pt idx="270">
                  <c:v>17.125833333333329</c:v>
                </c:pt>
                <c:pt idx="271">
                  <c:v>36.89479166666667</c:v>
                </c:pt>
                <c:pt idx="272">
                  <c:v>63.645937500000009</c:v>
                </c:pt>
                <c:pt idx="273">
                  <c:v>52.965104166666713</c:v>
                </c:pt>
                <c:pt idx="274">
                  <c:v>115.00156250000002</c:v>
                </c:pt>
                <c:pt idx="275">
                  <c:v>70.498333333333321</c:v>
                </c:pt>
                <c:pt idx="276">
                  <c:v>45.023020833333341</c:v>
                </c:pt>
                <c:pt idx="277">
                  <c:v>64.793124999999989</c:v>
                </c:pt>
                <c:pt idx="278">
                  <c:v>73.305416666666687</c:v>
                </c:pt>
                <c:pt idx="279">
                  <c:v>88.054687499999957</c:v>
                </c:pt>
                <c:pt idx="280">
                  <c:v>79.429479166666638</c:v>
                </c:pt>
                <c:pt idx="281">
                  <c:v>46.541041666666665</c:v>
                </c:pt>
                <c:pt idx="282">
                  <c:v>58.9169791666667</c:v>
                </c:pt>
                <c:pt idx="283">
                  <c:v>58.761562500000018</c:v>
                </c:pt>
                <c:pt idx="284">
                  <c:v>108.6548958333333</c:v>
                </c:pt>
                <c:pt idx="285">
                  <c:v>142.47197916666659</c:v>
                </c:pt>
                <c:pt idx="286">
                  <c:v>13.726249999999979</c:v>
                </c:pt>
                <c:pt idx="287">
                  <c:v>111.77562499999999</c:v>
                </c:pt>
                <c:pt idx="288">
                  <c:v>99.227395833333318</c:v>
                </c:pt>
                <c:pt idx="289">
                  <c:v>38.401562500000011</c:v>
                </c:pt>
                <c:pt idx="290">
                  <c:v>71.346770833333309</c:v>
                </c:pt>
                <c:pt idx="291">
                  <c:v>105.20666666666666</c:v>
                </c:pt>
                <c:pt idx="292">
                  <c:v>80.404999999999987</c:v>
                </c:pt>
                <c:pt idx="293">
                  <c:v>38.30833333333333</c:v>
                </c:pt>
                <c:pt idx="294">
                  <c:v>81.436666666666653</c:v>
                </c:pt>
                <c:pt idx="295">
                  <c:v>98.812708333333362</c:v>
                </c:pt>
                <c:pt idx="296">
                  <c:v>113.57812499999999</c:v>
                </c:pt>
                <c:pt idx="297">
                  <c:v>101.70781249999999</c:v>
                </c:pt>
                <c:pt idx="298">
                  <c:v>110.42072916666662</c:v>
                </c:pt>
                <c:pt idx="299">
                  <c:v>96.466770833333342</c:v>
                </c:pt>
                <c:pt idx="300">
                  <c:v>74.941800000000015</c:v>
                </c:pt>
                <c:pt idx="301">
                  <c:v>110.08010416666673</c:v>
                </c:pt>
                <c:pt idx="302">
                  <c:v>130.93687500000001</c:v>
                </c:pt>
                <c:pt idx="303">
                  <c:v>134.49854166666668</c:v>
                </c:pt>
                <c:pt idx="304">
                  <c:v>102.28229166666665</c:v>
                </c:pt>
                <c:pt idx="305">
                  <c:v>109.41739583333329</c:v>
                </c:pt>
                <c:pt idx="306">
                  <c:v>59.000416666666659</c:v>
                </c:pt>
                <c:pt idx="307">
                  <c:v>74.002395833333324</c:v>
                </c:pt>
                <c:pt idx="308">
                  <c:v>65.497916666666654</c:v>
                </c:pt>
                <c:pt idx="309">
                  <c:v>61.498750000000001</c:v>
                </c:pt>
                <c:pt idx="310">
                  <c:v>61.633750000000028</c:v>
                </c:pt>
                <c:pt idx="311">
                  <c:v>89.569270833333306</c:v>
                </c:pt>
                <c:pt idx="312">
                  <c:v>53.863958333333336</c:v>
                </c:pt>
                <c:pt idx="313">
                  <c:v>86.949479166666706</c:v>
                </c:pt>
                <c:pt idx="314">
                  <c:v>87.801874999999953</c:v>
                </c:pt>
                <c:pt idx="315">
                  <c:v>114.87791666666668</c:v>
                </c:pt>
                <c:pt idx="316">
                  <c:v>236.49979166666671</c:v>
                </c:pt>
                <c:pt idx="317">
                  <c:v>156.99927083333333</c:v>
                </c:pt>
                <c:pt idx="318">
                  <c:v>125.20104166666663</c:v>
                </c:pt>
                <c:pt idx="319">
                  <c:v>126.56593750000002</c:v>
                </c:pt>
                <c:pt idx="320">
                  <c:v>88.609270833333355</c:v>
                </c:pt>
                <c:pt idx="321">
                  <c:v>39.945833333333361</c:v>
                </c:pt>
                <c:pt idx="322">
                  <c:v>89.206562500000061</c:v>
                </c:pt>
                <c:pt idx="323">
                  <c:v>123.00249999999996</c:v>
                </c:pt>
                <c:pt idx="324">
                  <c:v>114.75395833333329</c:v>
                </c:pt>
                <c:pt idx="325">
                  <c:v>121.29906250000001</c:v>
                </c:pt>
                <c:pt idx="326">
                  <c:v>112.20166666666665</c:v>
                </c:pt>
                <c:pt idx="327">
                  <c:v>77.690520833333366</c:v>
                </c:pt>
                <c:pt idx="328">
                  <c:v>12.105208333333321</c:v>
                </c:pt>
                <c:pt idx="329">
                  <c:v>58.002708333333352</c:v>
                </c:pt>
                <c:pt idx="330">
                  <c:v>112.81364583333334</c:v>
                </c:pt>
                <c:pt idx="331">
                  <c:v>122.00031249999999</c:v>
                </c:pt>
                <c:pt idx="332">
                  <c:v>98.626145833333354</c:v>
                </c:pt>
                <c:pt idx="333">
                  <c:v>145.77614583333335</c:v>
                </c:pt>
                <c:pt idx="334">
                  <c:v>106.99270833333334</c:v>
                </c:pt>
                <c:pt idx="335">
                  <c:v>104.08260416666667</c:v>
                </c:pt>
                <c:pt idx="336">
                  <c:v>71.002083333333331</c:v>
                </c:pt>
                <c:pt idx="337">
                  <c:v>81.642291666666608</c:v>
                </c:pt>
                <c:pt idx="338">
                  <c:v>59.999895833333291</c:v>
                </c:pt>
                <c:pt idx="339">
                  <c:v>31.998750000000001</c:v>
                </c:pt>
                <c:pt idx="340">
                  <c:v>85.457187500000032</c:v>
                </c:pt>
                <c:pt idx="341">
                  <c:v>91.666770833333317</c:v>
                </c:pt>
                <c:pt idx="342">
                  <c:v>86.000624999999971</c:v>
                </c:pt>
                <c:pt idx="343">
                  <c:v>114.58760416666661</c:v>
                </c:pt>
                <c:pt idx="344">
                  <c:v>64.664687499999999</c:v>
                </c:pt>
                <c:pt idx="345">
                  <c:v>166.74979166666668</c:v>
                </c:pt>
                <c:pt idx="346">
                  <c:v>320.12500000000017</c:v>
                </c:pt>
                <c:pt idx="347">
                  <c:v>195.89875000000006</c:v>
                </c:pt>
                <c:pt idx="348">
                  <c:v>99.86770833333334</c:v>
                </c:pt>
                <c:pt idx="349">
                  <c:v>58.093854166666652</c:v>
                </c:pt>
                <c:pt idx="350">
                  <c:v>61.720833333333331</c:v>
                </c:pt>
                <c:pt idx="351">
                  <c:v>93.07968750000002</c:v>
                </c:pt>
                <c:pt idx="352">
                  <c:v>57.710416666666667</c:v>
                </c:pt>
                <c:pt idx="353">
                  <c:v>48.100416666666682</c:v>
                </c:pt>
                <c:pt idx="354">
                  <c:v>71.337395833333346</c:v>
                </c:pt>
                <c:pt idx="355">
                  <c:v>27.466666666666665</c:v>
                </c:pt>
                <c:pt idx="356">
                  <c:v>18.000520833333322</c:v>
                </c:pt>
                <c:pt idx="357">
                  <c:v>56.922187500000035</c:v>
                </c:pt>
                <c:pt idx="358">
                  <c:v>99.501979166666601</c:v>
                </c:pt>
                <c:pt idx="359">
                  <c:v>87.542395833333373</c:v>
                </c:pt>
                <c:pt idx="360">
                  <c:v>102.51145833333334</c:v>
                </c:pt>
                <c:pt idx="361">
                  <c:v>122.48375000000003</c:v>
                </c:pt>
                <c:pt idx="362">
                  <c:v>119.76354166666663</c:v>
                </c:pt>
                <c:pt idx="363">
                  <c:v>88.852499999999978</c:v>
                </c:pt>
                <c:pt idx="364">
                  <c:v>77.638645833333371</c:v>
                </c:pt>
                <c:pt idx="365">
                  <c:v>57.629166666666634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C7-4D84-8F15-50658E383D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46353200"/>
        <c:axId val="1246358480"/>
      </c:scatterChart>
      <c:valAx>
        <c:axId val="12463532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358480"/>
        <c:crosses val="autoZero"/>
        <c:crossBetween val="midCat"/>
      </c:valAx>
      <c:valAx>
        <c:axId val="124635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3532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Day-Ahead Price (EUR/MWh) vs Solar (GW)</a:t>
            </a:r>
          </a:p>
        </c:rich>
      </c:tx>
      <c:layout>
        <c:manualLayout>
          <c:xMode val="edge"/>
          <c:yMode val="edge"/>
          <c:x val="0.13820246991656246"/>
          <c:y val="4.16462777227392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'Solar vs Prices'!$Q$5:$Q$100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1E-4</c:v>
                </c:pt>
                <c:pt idx="24">
                  <c:v>3.9799999999999995E-2</c:v>
                </c:pt>
                <c:pt idx="25">
                  <c:v>0.13</c:v>
                </c:pt>
                <c:pt idx="26">
                  <c:v>0.31460000000000005</c:v>
                </c:pt>
                <c:pt idx="27">
                  <c:v>0.60220000000000007</c:v>
                </c:pt>
                <c:pt idx="28">
                  <c:v>1.0294000000000001</c:v>
                </c:pt>
                <c:pt idx="29">
                  <c:v>1.6165</c:v>
                </c:pt>
                <c:pt idx="30">
                  <c:v>2.1623999999999999</c:v>
                </c:pt>
                <c:pt idx="31">
                  <c:v>2.8655999999999997</c:v>
                </c:pt>
                <c:pt idx="32">
                  <c:v>3.5005000000000002</c:v>
                </c:pt>
                <c:pt idx="33">
                  <c:v>4.2123999999999997</c:v>
                </c:pt>
                <c:pt idx="34">
                  <c:v>4.9683000000000002</c:v>
                </c:pt>
                <c:pt idx="35">
                  <c:v>5.7628999999999992</c:v>
                </c:pt>
                <c:pt idx="36">
                  <c:v>6.5593999999999992</c:v>
                </c:pt>
                <c:pt idx="37">
                  <c:v>7.3837000000000002</c:v>
                </c:pt>
                <c:pt idx="38">
                  <c:v>8.2274999999999991</c:v>
                </c:pt>
                <c:pt idx="39">
                  <c:v>9.0709999999999997</c:v>
                </c:pt>
                <c:pt idx="40">
                  <c:v>9.8575999999999997</c:v>
                </c:pt>
                <c:pt idx="41">
                  <c:v>10.6868</c:v>
                </c:pt>
                <c:pt idx="42">
                  <c:v>11.491700000000002</c:v>
                </c:pt>
                <c:pt idx="43">
                  <c:v>12.235799999999999</c:v>
                </c:pt>
                <c:pt idx="44">
                  <c:v>12.7864</c:v>
                </c:pt>
                <c:pt idx="45">
                  <c:v>13.504899999999999</c:v>
                </c:pt>
                <c:pt idx="46">
                  <c:v>14.1279</c:v>
                </c:pt>
                <c:pt idx="47">
                  <c:v>14.611499999999999</c:v>
                </c:pt>
                <c:pt idx="48">
                  <c:v>15.136100000000001</c:v>
                </c:pt>
                <c:pt idx="49">
                  <c:v>15.477600000000001</c:v>
                </c:pt>
                <c:pt idx="50">
                  <c:v>15.7151</c:v>
                </c:pt>
                <c:pt idx="51">
                  <c:v>15.872399999999999</c:v>
                </c:pt>
                <c:pt idx="52">
                  <c:v>16.0075</c:v>
                </c:pt>
                <c:pt idx="53">
                  <c:v>16.1265</c:v>
                </c:pt>
                <c:pt idx="54">
                  <c:v>16.175599999999999</c:v>
                </c:pt>
                <c:pt idx="55">
                  <c:v>16.146100000000001</c:v>
                </c:pt>
                <c:pt idx="56">
                  <c:v>16.174099999999999</c:v>
                </c:pt>
                <c:pt idx="57">
                  <c:v>16.065200000000001</c:v>
                </c:pt>
                <c:pt idx="58">
                  <c:v>15.844200000000001</c:v>
                </c:pt>
                <c:pt idx="59">
                  <c:v>15.503200000000001</c:v>
                </c:pt>
                <c:pt idx="60">
                  <c:v>15.1234</c:v>
                </c:pt>
                <c:pt idx="61">
                  <c:v>14.691700000000001</c:v>
                </c:pt>
                <c:pt idx="62">
                  <c:v>14.1693</c:v>
                </c:pt>
                <c:pt idx="63">
                  <c:v>13.5532</c:v>
                </c:pt>
                <c:pt idx="64">
                  <c:v>12.833200000000001</c:v>
                </c:pt>
                <c:pt idx="65">
                  <c:v>12.085000000000001</c:v>
                </c:pt>
                <c:pt idx="66">
                  <c:v>11.2522</c:v>
                </c:pt>
                <c:pt idx="67">
                  <c:v>10.3835</c:v>
                </c:pt>
                <c:pt idx="68">
                  <c:v>9.5099</c:v>
                </c:pt>
                <c:pt idx="69">
                  <c:v>8.6229999999999993</c:v>
                </c:pt>
                <c:pt idx="70">
                  <c:v>7.7101999999999995</c:v>
                </c:pt>
                <c:pt idx="71">
                  <c:v>6.7794999999999996</c:v>
                </c:pt>
                <c:pt idx="72">
                  <c:v>5.8666999999999998</c:v>
                </c:pt>
                <c:pt idx="73">
                  <c:v>4.9565000000000001</c:v>
                </c:pt>
                <c:pt idx="74">
                  <c:v>4.0849000000000002</c:v>
                </c:pt>
                <c:pt idx="75">
                  <c:v>3.2644000000000002</c:v>
                </c:pt>
                <c:pt idx="76">
                  <c:v>2.5224000000000002</c:v>
                </c:pt>
                <c:pt idx="77">
                  <c:v>1.845</c:v>
                </c:pt>
                <c:pt idx="78">
                  <c:v>1.276</c:v>
                </c:pt>
                <c:pt idx="79">
                  <c:v>0.75539999999999996</c:v>
                </c:pt>
                <c:pt idx="80">
                  <c:v>0.38280000000000003</c:v>
                </c:pt>
                <c:pt idx="81">
                  <c:v>0.15490000000000001</c:v>
                </c:pt>
                <c:pt idx="82">
                  <c:v>4.7E-2</c:v>
                </c:pt>
                <c:pt idx="83">
                  <c:v>1.8200000000000001E-2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xVal>
          <c:yVal>
            <c:numRef>
              <c:f>'Solar vs Prices'!$R$5:$R$100</c:f>
              <c:numCache>
                <c:formatCode>General</c:formatCode>
                <c:ptCount val="96"/>
                <c:pt idx="0">
                  <c:v>122</c:v>
                </c:pt>
                <c:pt idx="1">
                  <c:v>115.7</c:v>
                </c:pt>
                <c:pt idx="2">
                  <c:v>107.7</c:v>
                </c:pt>
                <c:pt idx="3">
                  <c:v>91.3</c:v>
                </c:pt>
                <c:pt idx="4">
                  <c:v>115.3</c:v>
                </c:pt>
                <c:pt idx="5">
                  <c:v>98.4</c:v>
                </c:pt>
                <c:pt idx="6">
                  <c:v>102.51</c:v>
                </c:pt>
                <c:pt idx="7">
                  <c:v>98.7</c:v>
                </c:pt>
                <c:pt idx="8">
                  <c:v>108.5</c:v>
                </c:pt>
                <c:pt idx="9">
                  <c:v>100.32</c:v>
                </c:pt>
                <c:pt idx="10">
                  <c:v>97.88</c:v>
                </c:pt>
                <c:pt idx="11">
                  <c:v>95.7</c:v>
                </c:pt>
                <c:pt idx="12">
                  <c:v>100.03</c:v>
                </c:pt>
                <c:pt idx="13">
                  <c:v>93.4</c:v>
                </c:pt>
                <c:pt idx="14">
                  <c:v>92</c:v>
                </c:pt>
                <c:pt idx="15">
                  <c:v>90.3</c:v>
                </c:pt>
                <c:pt idx="16">
                  <c:v>101.49</c:v>
                </c:pt>
                <c:pt idx="17">
                  <c:v>89.6</c:v>
                </c:pt>
                <c:pt idx="18">
                  <c:v>89.8</c:v>
                </c:pt>
                <c:pt idx="19">
                  <c:v>89.5</c:v>
                </c:pt>
                <c:pt idx="20">
                  <c:v>119.91</c:v>
                </c:pt>
                <c:pt idx="21">
                  <c:v>87.95</c:v>
                </c:pt>
                <c:pt idx="22">
                  <c:v>86.4</c:v>
                </c:pt>
                <c:pt idx="23">
                  <c:v>89.7</c:v>
                </c:pt>
                <c:pt idx="24">
                  <c:v>119.91</c:v>
                </c:pt>
                <c:pt idx="25">
                  <c:v>90</c:v>
                </c:pt>
                <c:pt idx="26">
                  <c:v>97.54</c:v>
                </c:pt>
                <c:pt idx="27">
                  <c:v>82.2</c:v>
                </c:pt>
                <c:pt idx="28">
                  <c:v>109.91</c:v>
                </c:pt>
                <c:pt idx="29">
                  <c:v>104.91</c:v>
                </c:pt>
                <c:pt idx="30">
                  <c:v>99.15</c:v>
                </c:pt>
                <c:pt idx="31">
                  <c:v>74.400000000000006</c:v>
                </c:pt>
                <c:pt idx="32">
                  <c:v>99.91</c:v>
                </c:pt>
                <c:pt idx="33">
                  <c:v>99.91</c:v>
                </c:pt>
                <c:pt idx="34">
                  <c:v>73.8</c:v>
                </c:pt>
                <c:pt idx="35">
                  <c:v>83.86</c:v>
                </c:pt>
                <c:pt idx="36">
                  <c:v>99.9</c:v>
                </c:pt>
                <c:pt idx="37">
                  <c:v>94.91</c:v>
                </c:pt>
                <c:pt idx="38">
                  <c:v>75.760000000000005</c:v>
                </c:pt>
                <c:pt idx="39">
                  <c:v>52.29</c:v>
                </c:pt>
                <c:pt idx="40">
                  <c:v>94.92</c:v>
                </c:pt>
                <c:pt idx="41">
                  <c:v>89.91</c:v>
                </c:pt>
                <c:pt idx="42">
                  <c:v>53.46</c:v>
                </c:pt>
                <c:pt idx="43">
                  <c:v>39.9</c:v>
                </c:pt>
                <c:pt idx="44">
                  <c:v>58.99</c:v>
                </c:pt>
                <c:pt idx="45">
                  <c:v>50.3</c:v>
                </c:pt>
                <c:pt idx="46">
                  <c:v>46.4</c:v>
                </c:pt>
                <c:pt idx="47">
                  <c:v>38</c:v>
                </c:pt>
                <c:pt idx="48">
                  <c:v>60</c:v>
                </c:pt>
                <c:pt idx="49">
                  <c:v>42.7</c:v>
                </c:pt>
                <c:pt idx="50">
                  <c:v>32.1</c:v>
                </c:pt>
                <c:pt idx="51">
                  <c:v>13.3</c:v>
                </c:pt>
                <c:pt idx="52">
                  <c:v>61.27</c:v>
                </c:pt>
                <c:pt idx="53">
                  <c:v>30.6</c:v>
                </c:pt>
                <c:pt idx="54">
                  <c:v>18.600000000000001</c:v>
                </c:pt>
                <c:pt idx="55">
                  <c:v>1.3</c:v>
                </c:pt>
                <c:pt idx="56">
                  <c:v>24.8</c:v>
                </c:pt>
                <c:pt idx="57">
                  <c:v>21.37</c:v>
                </c:pt>
                <c:pt idx="58">
                  <c:v>15.9</c:v>
                </c:pt>
                <c:pt idx="59">
                  <c:v>24.59</c:v>
                </c:pt>
                <c:pt idx="60">
                  <c:v>5.09</c:v>
                </c:pt>
                <c:pt idx="61">
                  <c:v>15.37</c:v>
                </c:pt>
                <c:pt idx="62">
                  <c:v>32.6</c:v>
                </c:pt>
                <c:pt idx="63">
                  <c:v>47.3</c:v>
                </c:pt>
                <c:pt idx="64">
                  <c:v>5.08</c:v>
                </c:pt>
                <c:pt idx="65">
                  <c:v>25.2</c:v>
                </c:pt>
                <c:pt idx="66">
                  <c:v>38.6</c:v>
                </c:pt>
                <c:pt idx="67">
                  <c:v>61.33</c:v>
                </c:pt>
                <c:pt idx="68">
                  <c:v>15.1</c:v>
                </c:pt>
                <c:pt idx="69">
                  <c:v>38.9</c:v>
                </c:pt>
                <c:pt idx="70">
                  <c:v>60.8</c:v>
                </c:pt>
                <c:pt idx="71">
                  <c:v>99.58</c:v>
                </c:pt>
                <c:pt idx="72">
                  <c:v>46.2</c:v>
                </c:pt>
                <c:pt idx="73">
                  <c:v>71.95</c:v>
                </c:pt>
                <c:pt idx="74">
                  <c:v>109.93</c:v>
                </c:pt>
                <c:pt idx="75">
                  <c:v>124.93</c:v>
                </c:pt>
                <c:pt idx="76">
                  <c:v>77.599999999999994</c:v>
                </c:pt>
                <c:pt idx="77">
                  <c:v>99.8</c:v>
                </c:pt>
                <c:pt idx="78">
                  <c:v>118.65</c:v>
                </c:pt>
                <c:pt idx="79">
                  <c:v>144.99</c:v>
                </c:pt>
                <c:pt idx="80">
                  <c:v>129.94</c:v>
                </c:pt>
                <c:pt idx="81">
                  <c:v>122.5</c:v>
                </c:pt>
                <c:pt idx="82">
                  <c:v>117.4</c:v>
                </c:pt>
                <c:pt idx="83">
                  <c:v>114.1</c:v>
                </c:pt>
                <c:pt idx="84">
                  <c:v>139.97</c:v>
                </c:pt>
                <c:pt idx="85">
                  <c:v>119.4</c:v>
                </c:pt>
                <c:pt idx="86">
                  <c:v>110.6</c:v>
                </c:pt>
                <c:pt idx="87">
                  <c:v>104.7</c:v>
                </c:pt>
                <c:pt idx="88">
                  <c:v>133.25</c:v>
                </c:pt>
                <c:pt idx="89">
                  <c:v>105.1</c:v>
                </c:pt>
                <c:pt idx="90">
                  <c:v>98.4</c:v>
                </c:pt>
                <c:pt idx="91">
                  <c:v>92.7</c:v>
                </c:pt>
                <c:pt idx="92">
                  <c:v>110.7</c:v>
                </c:pt>
                <c:pt idx="93">
                  <c:v>98.7</c:v>
                </c:pt>
                <c:pt idx="94">
                  <c:v>91.6</c:v>
                </c:pt>
                <c:pt idx="95">
                  <c:v>80.52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47-4DD1-BF43-A3D205F4B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8311280"/>
        <c:axId val="228312240"/>
      </c:scatterChart>
      <c:valAx>
        <c:axId val="2283112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312240"/>
        <c:crosses val="autoZero"/>
        <c:crossBetween val="midCat"/>
      </c:valAx>
      <c:valAx>
        <c:axId val="228312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3112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b="1" dirty="0">
                <a:solidFill>
                  <a:schemeClr val="tx1"/>
                </a:solidFill>
              </a:rPr>
              <a:t>Day</a:t>
            </a:r>
            <a:r>
              <a:rPr lang="en-GB" b="1" baseline="0" dirty="0">
                <a:solidFill>
                  <a:schemeClr val="tx1"/>
                </a:solidFill>
              </a:rPr>
              <a:t>-Ahead Price vs Gas Price</a:t>
            </a:r>
            <a:endParaRPr lang="en-US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958058372396749"/>
          <c:y val="3.72086105763161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993799501588052"/>
          <c:y val="0.21875461574748664"/>
          <c:w val="0.8057470455921435"/>
          <c:h val="0.66364342127253317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3175">
                <a:solidFill>
                  <a:schemeClr val="accent1"/>
                </a:solidFill>
              </a:ln>
              <a:effectLst/>
            </c:spPr>
          </c:marker>
          <c:xVal>
            <c:numRef>
              <c:f>'Gas Prices vs Day Ahead price'!$H$5:$H$76</c:f>
              <c:numCache>
                <c:formatCode>General</c:formatCode>
                <c:ptCount val="72"/>
                <c:pt idx="0">
                  <c:v>23.758064516129032</c:v>
                </c:pt>
                <c:pt idx="1">
                  <c:v>18.5</c:v>
                </c:pt>
                <c:pt idx="2">
                  <c:v>16.050471063257067</c:v>
                </c:pt>
                <c:pt idx="3">
                  <c:v>14.35</c:v>
                </c:pt>
                <c:pt idx="4">
                  <c:v>11.796774193548652</c:v>
                </c:pt>
                <c:pt idx="5">
                  <c:v>10.603333333333186</c:v>
                </c:pt>
                <c:pt idx="6">
                  <c:v>11.025806451612718</c:v>
                </c:pt>
                <c:pt idx="7">
                  <c:v>11.135483870967455</c:v>
                </c:pt>
                <c:pt idx="8">
                  <c:v>12.986666666666498</c:v>
                </c:pt>
                <c:pt idx="9">
                  <c:v>15.791275167785235</c:v>
                </c:pt>
                <c:pt idx="10">
                  <c:v>16.289999999999907</c:v>
                </c:pt>
                <c:pt idx="11">
                  <c:v>14.648387096774169</c:v>
                </c:pt>
                <c:pt idx="12">
                  <c:v>11.822548387096612</c:v>
                </c:pt>
                <c:pt idx="13">
                  <c:v>9.8200689655171374</c:v>
                </c:pt>
                <c:pt idx="14">
                  <c:v>9.0820269179001318</c:v>
                </c:pt>
                <c:pt idx="15">
                  <c:v>7.1347000000000653</c:v>
                </c:pt>
                <c:pt idx="16">
                  <c:v>5.1210000000000724</c:v>
                </c:pt>
                <c:pt idx="17">
                  <c:v>4.9842999999999478</c:v>
                </c:pt>
                <c:pt idx="18">
                  <c:v>5.1563548387097082</c:v>
                </c:pt>
                <c:pt idx="19">
                  <c:v>7.1955806451615043</c:v>
                </c:pt>
                <c:pt idx="20">
                  <c:v>10.595200000000064</c:v>
                </c:pt>
                <c:pt idx="21">
                  <c:v>13.570995973154485</c:v>
                </c:pt>
                <c:pt idx="22">
                  <c:v>13.565800000000145</c:v>
                </c:pt>
                <c:pt idx="23">
                  <c:v>15.726741935484624</c:v>
                </c:pt>
                <c:pt idx="24">
                  <c:v>19.732000000000085</c:v>
                </c:pt>
                <c:pt idx="25">
                  <c:v>17.725357142857447</c:v>
                </c:pt>
                <c:pt idx="26">
                  <c:v>17.975621803499525</c:v>
                </c:pt>
                <c:pt idx="27">
                  <c:v>20.722966666666782</c:v>
                </c:pt>
                <c:pt idx="28">
                  <c:v>25.132483870967857</c:v>
                </c:pt>
                <c:pt idx="29">
                  <c:v>28.671100000000013</c:v>
                </c:pt>
                <c:pt idx="30">
                  <c:v>35.886096774192623</c:v>
                </c:pt>
                <c:pt idx="31">
                  <c:v>43.556451612902826</c:v>
                </c:pt>
                <c:pt idx="32">
                  <c:v>62.38549999999956</c:v>
                </c:pt>
                <c:pt idx="33">
                  <c:v>90.056464429528006</c:v>
                </c:pt>
                <c:pt idx="34">
                  <c:v>81.030199999999979</c:v>
                </c:pt>
                <c:pt idx="35">
                  <c:v>113.8500322580675</c:v>
                </c:pt>
                <c:pt idx="36">
                  <c:v>84.795225806449935</c:v>
                </c:pt>
                <c:pt idx="37">
                  <c:v>81.16607142857238</c:v>
                </c:pt>
                <c:pt idx="38">
                  <c:v>130.75253162853116</c:v>
                </c:pt>
                <c:pt idx="39">
                  <c:v>103.80303333333401</c:v>
                </c:pt>
                <c:pt idx="40">
                  <c:v>90.297612903226181</c:v>
                </c:pt>
                <c:pt idx="41">
                  <c:v>103.55436666666485</c:v>
                </c:pt>
                <c:pt idx="42">
                  <c:v>170.01590322580884</c:v>
                </c:pt>
                <c:pt idx="43">
                  <c:v>235.66322580644834</c:v>
                </c:pt>
                <c:pt idx="44">
                  <c:v>191.79426666665989</c:v>
                </c:pt>
                <c:pt idx="45">
                  <c:v>83.660599999999803</c:v>
                </c:pt>
                <c:pt idx="46">
                  <c:v>92.21759999999918</c:v>
                </c:pt>
                <c:pt idx="47">
                  <c:v>117.66093548386648</c:v>
                </c:pt>
                <c:pt idx="48">
                  <c:v>65.153290322580943</c:v>
                </c:pt>
                <c:pt idx="49">
                  <c:v>54.294857142857467</c:v>
                </c:pt>
                <c:pt idx="50">
                  <c:v>45.236718707939886</c:v>
                </c:pt>
                <c:pt idx="51">
                  <c:v>43.777199999999475</c:v>
                </c:pt>
                <c:pt idx="52">
                  <c:v>32.291161290322236</c:v>
                </c:pt>
                <c:pt idx="53">
                  <c:v>31.769666666666009</c:v>
                </c:pt>
                <c:pt idx="54">
                  <c:v>30.088193548386332</c:v>
                </c:pt>
                <c:pt idx="55">
                  <c:v>33.405258064517461</c:v>
                </c:pt>
                <c:pt idx="56">
                  <c:v>36.419900000000389</c:v>
                </c:pt>
                <c:pt idx="57">
                  <c:v>43.223790604026924</c:v>
                </c:pt>
                <c:pt idx="58">
                  <c:v>43.805199999999751</c:v>
                </c:pt>
                <c:pt idx="59">
                  <c:v>36.17780645161114</c:v>
                </c:pt>
                <c:pt idx="60">
                  <c:v>30.505451612903702</c:v>
                </c:pt>
                <c:pt idx="61">
                  <c:v>26.094379310345161</c:v>
                </c:pt>
                <c:pt idx="62">
                  <c:v>26.715648721400502</c:v>
                </c:pt>
                <c:pt idx="63">
                  <c:v>29.073099999999997</c:v>
                </c:pt>
                <c:pt idx="64">
                  <c:v>31.402741935483196</c:v>
                </c:pt>
                <c:pt idx="65">
                  <c:v>34.342466666666752</c:v>
                </c:pt>
                <c:pt idx="66">
                  <c:v>32.116967741934779</c:v>
                </c:pt>
                <c:pt idx="67">
                  <c:v>37.509612903226277</c:v>
                </c:pt>
                <c:pt idx="68">
                  <c:v>36.300866666665513</c:v>
                </c:pt>
                <c:pt idx="69">
                  <c:v>40.659422818791967</c:v>
                </c:pt>
                <c:pt idx="70">
                  <c:v>44.808599999998869</c:v>
                </c:pt>
                <c:pt idx="71">
                  <c:v>45.736580645161482</c:v>
                </c:pt>
              </c:numCache>
            </c:numRef>
          </c:xVal>
          <c:yVal>
            <c:numRef>
              <c:f>'Gas Prices vs Day Ahead price'!$I$5:$I$76</c:f>
              <c:numCache>
                <c:formatCode>General</c:formatCode>
                <c:ptCount val="72"/>
                <c:pt idx="0">
                  <c:v>50.44467069892471</c:v>
                </c:pt>
                <c:pt idx="1">
                  <c:v>43.209732142857149</c:v>
                </c:pt>
                <c:pt idx="2">
                  <c:v>30.797483176312284</c:v>
                </c:pt>
                <c:pt idx="3">
                  <c:v>38.079909722222254</c:v>
                </c:pt>
                <c:pt idx="4">
                  <c:v>38.349015456989129</c:v>
                </c:pt>
                <c:pt idx="5">
                  <c:v>33.267840277777772</c:v>
                </c:pt>
                <c:pt idx="6">
                  <c:v>39.238961693548305</c:v>
                </c:pt>
                <c:pt idx="7">
                  <c:v>36.503323252688112</c:v>
                </c:pt>
                <c:pt idx="8">
                  <c:v>34.965493055555491</c:v>
                </c:pt>
                <c:pt idx="9">
                  <c:v>37.473728187919512</c:v>
                </c:pt>
                <c:pt idx="10">
                  <c:v>40.90668749999999</c:v>
                </c:pt>
                <c:pt idx="11">
                  <c:v>31.909902553763512</c:v>
                </c:pt>
                <c:pt idx="12">
                  <c:v>34.268844086021367</c:v>
                </c:pt>
                <c:pt idx="13">
                  <c:v>21.483753591954017</c:v>
                </c:pt>
                <c:pt idx="14">
                  <c:v>22.38371130551814</c:v>
                </c:pt>
                <c:pt idx="15">
                  <c:v>18.000333333333359</c:v>
                </c:pt>
                <c:pt idx="16">
                  <c:v>17.880880376344045</c:v>
                </c:pt>
                <c:pt idx="17">
                  <c:v>25.731194444444426</c:v>
                </c:pt>
                <c:pt idx="18">
                  <c:v>30.661139112903328</c:v>
                </c:pt>
                <c:pt idx="19">
                  <c:v>33.885164650537675</c:v>
                </c:pt>
                <c:pt idx="20">
                  <c:v>43.645868055555525</c:v>
                </c:pt>
                <c:pt idx="21">
                  <c:v>34.178352348993265</c:v>
                </c:pt>
                <c:pt idx="22">
                  <c:v>37.596368055555594</c:v>
                </c:pt>
                <c:pt idx="23">
                  <c:v>43.931249999999999</c:v>
                </c:pt>
                <c:pt idx="24">
                  <c:v>53.844485887096852</c:v>
                </c:pt>
                <c:pt idx="25">
                  <c:v>49.244460565476196</c:v>
                </c:pt>
                <c:pt idx="26">
                  <c:v>46.164219380888248</c:v>
                </c:pt>
                <c:pt idx="27">
                  <c:v>55.758513888888885</c:v>
                </c:pt>
                <c:pt idx="28">
                  <c:v>53.653911290322533</c:v>
                </c:pt>
                <c:pt idx="29">
                  <c:v>73.571097222222008</c:v>
                </c:pt>
                <c:pt idx="30">
                  <c:v>81.760927419354744</c:v>
                </c:pt>
                <c:pt idx="31">
                  <c:v>81.438387096774306</c:v>
                </c:pt>
                <c:pt idx="32">
                  <c:v>129.66350347222215</c:v>
                </c:pt>
                <c:pt idx="33">
                  <c:v>144.93713758389237</c:v>
                </c:pt>
                <c:pt idx="34">
                  <c:v>176.12657291666699</c:v>
                </c:pt>
                <c:pt idx="35">
                  <c:v>229.33445228494605</c:v>
                </c:pt>
                <c:pt idx="36">
                  <c:v>199.63156922043032</c:v>
                </c:pt>
                <c:pt idx="37">
                  <c:v>168.78249999999989</c:v>
                </c:pt>
                <c:pt idx="38">
                  <c:v>216.62944145356656</c:v>
                </c:pt>
                <c:pt idx="39">
                  <c:v>211.50968402777747</c:v>
                </c:pt>
                <c:pt idx="40">
                  <c:v>191.04829973118294</c:v>
                </c:pt>
                <c:pt idx="41">
                  <c:v>237.82170833333311</c:v>
                </c:pt>
                <c:pt idx="42">
                  <c:v>298.96153897849422</c:v>
                </c:pt>
                <c:pt idx="43">
                  <c:v>416.68933467741942</c:v>
                </c:pt>
                <c:pt idx="44">
                  <c:v>289.9293645833331</c:v>
                </c:pt>
                <c:pt idx="45">
                  <c:v>178.78825503355694</c:v>
                </c:pt>
                <c:pt idx="46">
                  <c:v>223.31109027777651</c:v>
                </c:pt>
                <c:pt idx="47">
                  <c:v>210.98111223118207</c:v>
                </c:pt>
                <c:pt idx="48">
                  <c:v>114.18092741935523</c:v>
                </c:pt>
                <c:pt idx="49">
                  <c:v>108.93565476190454</c:v>
                </c:pt>
                <c:pt idx="50">
                  <c:v>87.191924629878812</c:v>
                </c:pt>
                <c:pt idx="51">
                  <c:v>98.028892361111133</c:v>
                </c:pt>
                <c:pt idx="52">
                  <c:v>82.12464381720423</c:v>
                </c:pt>
                <c:pt idx="53">
                  <c:v>106.4221979166666</c:v>
                </c:pt>
                <c:pt idx="54">
                  <c:v>85.674613575268651</c:v>
                </c:pt>
                <c:pt idx="55">
                  <c:v>103.43548051075251</c:v>
                </c:pt>
                <c:pt idx="56">
                  <c:v>98.652065972222374</c:v>
                </c:pt>
                <c:pt idx="57">
                  <c:v>92.080765100671101</c:v>
                </c:pt>
                <c:pt idx="58">
                  <c:v>98.812854166666554</c:v>
                </c:pt>
                <c:pt idx="59">
                  <c:v>66.949704301075087</c:v>
                </c:pt>
                <c:pt idx="60">
                  <c:v>65.973000672043156</c:v>
                </c:pt>
                <c:pt idx="61">
                  <c:v>67.120578304597615</c:v>
                </c:pt>
                <c:pt idx="62">
                  <c:v>67.059310228802175</c:v>
                </c:pt>
                <c:pt idx="63">
                  <c:v>76.475201388888962</c:v>
                </c:pt>
                <c:pt idx="64">
                  <c:v>74.180944220430192</c:v>
                </c:pt>
                <c:pt idx="65">
                  <c:v>76.966663194444436</c:v>
                </c:pt>
                <c:pt idx="66">
                  <c:v>73.519072580645272</c:v>
                </c:pt>
                <c:pt idx="67">
                  <c:v>84.685278897849571</c:v>
                </c:pt>
                <c:pt idx="68">
                  <c:v>73.066187500000083</c:v>
                </c:pt>
                <c:pt idx="69">
                  <c:v>85.953332214764913</c:v>
                </c:pt>
                <c:pt idx="70">
                  <c:v>97.7468472222222</c:v>
                </c:pt>
                <c:pt idx="71">
                  <c:v>91.035456989247166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751-46FB-A530-13E373FDD9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45076975"/>
        <c:axId val="2145074095"/>
      </c:scatterChart>
      <c:valAx>
        <c:axId val="21450769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5074095"/>
        <c:crosses val="autoZero"/>
        <c:crossBetween val="midCat"/>
      </c:valAx>
      <c:valAx>
        <c:axId val="2145074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507697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Day-Ahead</a:t>
            </a:r>
            <a:r>
              <a:rPr lang="en-US" b="1" baseline="0" dirty="0">
                <a:solidFill>
                  <a:schemeClr val="tx1"/>
                </a:solidFill>
              </a:rPr>
              <a:t> Price vs ETS </a:t>
            </a:r>
            <a:endParaRPr lang="en-US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'EU-ETS vs Day Ahead price'!$G$27:$G$74</c:f>
              <c:numCache>
                <c:formatCode>General</c:formatCode>
                <c:ptCount val="48"/>
                <c:pt idx="0">
                  <c:v>23.142651612903254</c:v>
                </c:pt>
                <c:pt idx="1">
                  <c:v>21.337007142857068</c:v>
                </c:pt>
                <c:pt idx="2">
                  <c:v>21.68271709286671</c:v>
                </c:pt>
                <c:pt idx="3">
                  <c:v>25.515813333333355</c:v>
                </c:pt>
                <c:pt idx="4">
                  <c:v>25.678048387097412</c:v>
                </c:pt>
                <c:pt idx="5">
                  <c:v>25.040210000000389</c:v>
                </c:pt>
                <c:pt idx="6">
                  <c:v>28.008235483871271</c:v>
                </c:pt>
                <c:pt idx="7">
                  <c:v>27.161761290322179</c:v>
                </c:pt>
                <c:pt idx="8">
                  <c:v>25.629396666667052</c:v>
                </c:pt>
                <c:pt idx="9">
                  <c:v>24.459347651006915</c:v>
                </c:pt>
                <c:pt idx="10">
                  <c:v>24.678030000000206</c:v>
                </c:pt>
                <c:pt idx="11">
                  <c:v>24.415419354838914</c:v>
                </c:pt>
                <c:pt idx="12">
                  <c:v>24.382370967741721</c:v>
                </c:pt>
                <c:pt idx="13">
                  <c:v>23.951448275862642</c:v>
                </c:pt>
                <c:pt idx="14">
                  <c:v>20.210685329744027</c:v>
                </c:pt>
                <c:pt idx="15">
                  <c:v>19.921229999999724</c:v>
                </c:pt>
                <c:pt idx="16">
                  <c:v>19.621316129031189</c:v>
                </c:pt>
                <c:pt idx="17">
                  <c:v>23.042256666666962</c:v>
                </c:pt>
                <c:pt idx="18">
                  <c:v>27.46708709677306</c:v>
                </c:pt>
                <c:pt idx="19">
                  <c:v>26.476099999999963</c:v>
                </c:pt>
                <c:pt idx="20">
                  <c:v>27.719186666666495</c:v>
                </c:pt>
                <c:pt idx="21">
                  <c:v>25.122179865772537</c:v>
                </c:pt>
                <c:pt idx="22">
                  <c:v>26.158323333333815</c:v>
                </c:pt>
                <c:pt idx="23">
                  <c:v>30.305987096773279</c:v>
                </c:pt>
                <c:pt idx="24">
                  <c:v>81.008409677419394</c:v>
                </c:pt>
                <c:pt idx="25">
                  <c:v>91.482732142854985</c:v>
                </c:pt>
                <c:pt idx="26">
                  <c:v>89.786444683713768</c:v>
                </c:pt>
                <c:pt idx="27">
                  <c:v>90.271479999998817</c:v>
                </c:pt>
                <c:pt idx="28">
                  <c:v>83.812325806451611</c:v>
                </c:pt>
                <c:pt idx="29">
                  <c:v>85.025253333333382</c:v>
                </c:pt>
                <c:pt idx="30">
                  <c:v>86.226987096771467</c:v>
                </c:pt>
                <c:pt idx="31">
                  <c:v>84.759022580645421</c:v>
                </c:pt>
                <c:pt idx="32">
                  <c:v>82.408566666668406</c:v>
                </c:pt>
                <c:pt idx="33">
                  <c:v>80.82052402684532</c:v>
                </c:pt>
                <c:pt idx="34">
                  <c:v>76.205183333333579</c:v>
                </c:pt>
                <c:pt idx="35">
                  <c:v>68.049851612900198</c:v>
                </c:pt>
                <c:pt idx="36">
                  <c:v>63.85634193548163</c:v>
                </c:pt>
                <c:pt idx="37">
                  <c:v>55.918496551724715</c:v>
                </c:pt>
                <c:pt idx="38">
                  <c:v>57.298980349933544</c:v>
                </c:pt>
                <c:pt idx="39">
                  <c:v>63.079623333332478</c:v>
                </c:pt>
                <c:pt idx="40">
                  <c:v>70.240022580644009</c:v>
                </c:pt>
                <c:pt idx="41">
                  <c:v>69.142090000000564</c:v>
                </c:pt>
                <c:pt idx="42">
                  <c:v>66.60296451612902</c:v>
                </c:pt>
                <c:pt idx="43">
                  <c:v>69.726038709675535</c:v>
                </c:pt>
                <c:pt idx="44">
                  <c:v>65.239870000001119</c:v>
                </c:pt>
                <c:pt idx="45">
                  <c:v>63.185659060403871</c:v>
                </c:pt>
                <c:pt idx="46">
                  <c:v>66.993433333332476</c:v>
                </c:pt>
                <c:pt idx="47">
                  <c:v>65.804567741940275</c:v>
                </c:pt>
              </c:numCache>
            </c:numRef>
          </c:xVal>
          <c:yVal>
            <c:numRef>
              <c:f>'EU-ETS vs Day Ahead price'!$H$27:$H$74</c:f>
              <c:numCache>
                <c:formatCode>General</c:formatCode>
                <c:ptCount val="48"/>
                <c:pt idx="0">
                  <c:v>50.44467069892471</c:v>
                </c:pt>
                <c:pt idx="1">
                  <c:v>43.209732142857149</c:v>
                </c:pt>
                <c:pt idx="2">
                  <c:v>30.797483176312284</c:v>
                </c:pt>
                <c:pt idx="3">
                  <c:v>38.079909722222254</c:v>
                </c:pt>
                <c:pt idx="4">
                  <c:v>38.349015456989129</c:v>
                </c:pt>
                <c:pt idx="5">
                  <c:v>33.267840277777772</c:v>
                </c:pt>
                <c:pt idx="6">
                  <c:v>39.238961693548305</c:v>
                </c:pt>
                <c:pt idx="7">
                  <c:v>36.503323252688112</c:v>
                </c:pt>
                <c:pt idx="8">
                  <c:v>34.965493055555491</c:v>
                </c:pt>
                <c:pt idx="9">
                  <c:v>37.473728187919512</c:v>
                </c:pt>
                <c:pt idx="10">
                  <c:v>40.90668749999999</c:v>
                </c:pt>
                <c:pt idx="11">
                  <c:v>31.909902553763512</c:v>
                </c:pt>
                <c:pt idx="12">
                  <c:v>34.268844086021367</c:v>
                </c:pt>
                <c:pt idx="13">
                  <c:v>21.483753591954017</c:v>
                </c:pt>
                <c:pt idx="14">
                  <c:v>22.38371130551814</c:v>
                </c:pt>
                <c:pt idx="15">
                  <c:v>18.000333333333359</c:v>
                </c:pt>
                <c:pt idx="16">
                  <c:v>17.880880376344045</c:v>
                </c:pt>
                <c:pt idx="17">
                  <c:v>25.731194444444426</c:v>
                </c:pt>
                <c:pt idx="18">
                  <c:v>30.661139112903328</c:v>
                </c:pt>
                <c:pt idx="19">
                  <c:v>33.885164650537675</c:v>
                </c:pt>
                <c:pt idx="20">
                  <c:v>43.645868055555525</c:v>
                </c:pt>
                <c:pt idx="21">
                  <c:v>34.178352348993265</c:v>
                </c:pt>
                <c:pt idx="22">
                  <c:v>37.596368055555594</c:v>
                </c:pt>
                <c:pt idx="23">
                  <c:v>43.931249999999999</c:v>
                </c:pt>
                <c:pt idx="24">
                  <c:v>114.18092741935523</c:v>
                </c:pt>
                <c:pt idx="25">
                  <c:v>108.93565476190454</c:v>
                </c:pt>
                <c:pt idx="26">
                  <c:v>87.191924629878812</c:v>
                </c:pt>
                <c:pt idx="27">
                  <c:v>98.028892361111133</c:v>
                </c:pt>
                <c:pt idx="28">
                  <c:v>82.12464381720423</c:v>
                </c:pt>
                <c:pt idx="29">
                  <c:v>106.4221979166666</c:v>
                </c:pt>
                <c:pt idx="30">
                  <c:v>85.674613575268651</c:v>
                </c:pt>
                <c:pt idx="31">
                  <c:v>103.43548051075251</c:v>
                </c:pt>
                <c:pt idx="32">
                  <c:v>98.652065972222374</c:v>
                </c:pt>
                <c:pt idx="33">
                  <c:v>92.080765100671101</c:v>
                </c:pt>
                <c:pt idx="34">
                  <c:v>98.812854166666554</c:v>
                </c:pt>
                <c:pt idx="35">
                  <c:v>66.949704301075087</c:v>
                </c:pt>
                <c:pt idx="36">
                  <c:v>65.973000672043156</c:v>
                </c:pt>
                <c:pt idx="37">
                  <c:v>67.120578304597615</c:v>
                </c:pt>
                <c:pt idx="38">
                  <c:v>67.059310228802175</c:v>
                </c:pt>
                <c:pt idx="39">
                  <c:v>76.475201388888962</c:v>
                </c:pt>
                <c:pt idx="40">
                  <c:v>74.180944220430192</c:v>
                </c:pt>
                <c:pt idx="41">
                  <c:v>76.966663194444436</c:v>
                </c:pt>
                <c:pt idx="42">
                  <c:v>73.519072580645272</c:v>
                </c:pt>
                <c:pt idx="43">
                  <c:v>84.685278897849571</c:v>
                </c:pt>
                <c:pt idx="44">
                  <c:v>73.066187500000083</c:v>
                </c:pt>
                <c:pt idx="45">
                  <c:v>85.953332214764913</c:v>
                </c:pt>
                <c:pt idx="46">
                  <c:v>97.7468472222222</c:v>
                </c:pt>
                <c:pt idx="47">
                  <c:v>91.035456989247166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4D-4E0C-A184-BC77D7D06C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851088"/>
        <c:axId val="114859728"/>
      </c:scatterChart>
      <c:valAx>
        <c:axId val="114851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859728"/>
        <c:crosses val="autoZero"/>
        <c:crossBetween val="midCat"/>
      </c:valAx>
      <c:valAx>
        <c:axId val="114859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8510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Day-Ahead Prices</a:t>
            </a:r>
            <a:r>
              <a:rPr lang="en-US" b="1" baseline="0" dirty="0">
                <a:solidFill>
                  <a:schemeClr val="tx1"/>
                </a:solidFill>
              </a:rPr>
              <a:t> (MWh) vs Gas Prices (EUR/MWh vs Co2 Prices (EUR/tCo2)</a:t>
            </a:r>
            <a:endParaRPr lang="en-US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'EU-ETS vs Day Ahead price'!$K$3</c:f>
              <c:strCache>
                <c:ptCount val="1"/>
                <c:pt idx="0">
                  <c:v>Co2 Price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'EU-ETS vs Day Ahead price'!$J$4:$J$75</c:f>
              <c:strCache>
                <c:ptCount val="72"/>
                <c:pt idx="0">
                  <c:v>Jan-19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Jan-20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  <c:pt idx="18">
                  <c:v>Jul</c:v>
                </c:pt>
                <c:pt idx="19">
                  <c:v>Aug</c:v>
                </c:pt>
                <c:pt idx="20">
                  <c:v>Sep</c:v>
                </c:pt>
                <c:pt idx="21">
                  <c:v>Oct</c:v>
                </c:pt>
                <c:pt idx="22">
                  <c:v>Nov</c:v>
                </c:pt>
                <c:pt idx="23">
                  <c:v>Dec</c:v>
                </c:pt>
                <c:pt idx="24">
                  <c:v>Jan-21</c:v>
                </c:pt>
                <c:pt idx="25">
                  <c:v>Feb</c:v>
                </c:pt>
                <c:pt idx="26">
                  <c:v>Mar</c:v>
                </c:pt>
                <c:pt idx="27">
                  <c:v>Apr</c:v>
                </c:pt>
                <c:pt idx="28">
                  <c:v>May</c:v>
                </c:pt>
                <c:pt idx="29">
                  <c:v>Jun</c:v>
                </c:pt>
                <c:pt idx="30">
                  <c:v>Jul</c:v>
                </c:pt>
                <c:pt idx="31">
                  <c:v>Aug</c:v>
                </c:pt>
                <c:pt idx="32">
                  <c:v>Sep</c:v>
                </c:pt>
                <c:pt idx="33">
                  <c:v>Oct</c:v>
                </c:pt>
                <c:pt idx="34">
                  <c:v>Nov</c:v>
                </c:pt>
                <c:pt idx="35">
                  <c:v>Dec</c:v>
                </c:pt>
                <c:pt idx="36">
                  <c:v>Jan-22</c:v>
                </c:pt>
                <c:pt idx="37">
                  <c:v>Feb</c:v>
                </c:pt>
                <c:pt idx="38">
                  <c:v>Mar</c:v>
                </c:pt>
                <c:pt idx="39">
                  <c:v>Apr</c:v>
                </c:pt>
                <c:pt idx="40">
                  <c:v>May</c:v>
                </c:pt>
                <c:pt idx="41">
                  <c:v>Jun</c:v>
                </c:pt>
                <c:pt idx="42">
                  <c:v>Jul</c:v>
                </c:pt>
                <c:pt idx="43">
                  <c:v>Aug</c:v>
                </c:pt>
                <c:pt idx="44">
                  <c:v>Sep</c:v>
                </c:pt>
                <c:pt idx="45">
                  <c:v>Oct</c:v>
                </c:pt>
                <c:pt idx="46">
                  <c:v>Nov</c:v>
                </c:pt>
                <c:pt idx="47">
                  <c:v>Dec</c:v>
                </c:pt>
                <c:pt idx="48">
                  <c:v>Jan-23</c:v>
                </c:pt>
                <c:pt idx="49">
                  <c:v>Feb</c:v>
                </c:pt>
                <c:pt idx="50">
                  <c:v>Mar</c:v>
                </c:pt>
                <c:pt idx="51">
                  <c:v>Apr</c:v>
                </c:pt>
                <c:pt idx="52">
                  <c:v>May</c:v>
                </c:pt>
                <c:pt idx="53">
                  <c:v>Jun</c:v>
                </c:pt>
                <c:pt idx="54">
                  <c:v>Jul</c:v>
                </c:pt>
                <c:pt idx="55">
                  <c:v>Aug</c:v>
                </c:pt>
                <c:pt idx="56">
                  <c:v>Sep</c:v>
                </c:pt>
                <c:pt idx="57">
                  <c:v>Oct</c:v>
                </c:pt>
                <c:pt idx="58">
                  <c:v>Nov</c:v>
                </c:pt>
                <c:pt idx="59">
                  <c:v>Dec</c:v>
                </c:pt>
                <c:pt idx="60">
                  <c:v>Jan-24</c:v>
                </c:pt>
                <c:pt idx="61">
                  <c:v>Feb</c:v>
                </c:pt>
                <c:pt idx="62">
                  <c:v>Mar</c:v>
                </c:pt>
                <c:pt idx="63">
                  <c:v>Apr</c:v>
                </c:pt>
                <c:pt idx="64">
                  <c:v>May</c:v>
                </c:pt>
                <c:pt idx="65">
                  <c:v>Jun</c:v>
                </c:pt>
                <c:pt idx="66">
                  <c:v>Jul</c:v>
                </c:pt>
                <c:pt idx="67">
                  <c:v>Aug</c:v>
                </c:pt>
                <c:pt idx="68">
                  <c:v>Sep</c:v>
                </c:pt>
                <c:pt idx="69">
                  <c:v>Oct</c:v>
                </c:pt>
                <c:pt idx="70">
                  <c:v>Nov</c:v>
                </c:pt>
                <c:pt idx="71">
                  <c:v>Dec </c:v>
                </c:pt>
              </c:strCache>
            </c:strRef>
          </c:cat>
          <c:val>
            <c:numRef>
              <c:f>'EU-ETS vs Day Ahead price'!$K$4:$K$75</c:f>
              <c:numCache>
                <c:formatCode>General</c:formatCode>
                <c:ptCount val="72"/>
                <c:pt idx="0">
                  <c:v>23.142651612903254</c:v>
                </c:pt>
                <c:pt idx="1">
                  <c:v>21.337007142857068</c:v>
                </c:pt>
                <c:pt idx="2">
                  <c:v>21.68271709286671</c:v>
                </c:pt>
                <c:pt idx="3">
                  <c:v>25.515813333333355</c:v>
                </c:pt>
                <c:pt idx="4">
                  <c:v>25.678048387097412</c:v>
                </c:pt>
                <c:pt idx="5">
                  <c:v>25.040210000000389</c:v>
                </c:pt>
                <c:pt idx="6">
                  <c:v>28.008235483871271</c:v>
                </c:pt>
                <c:pt idx="7">
                  <c:v>27.161761290322179</c:v>
                </c:pt>
                <c:pt idx="8">
                  <c:v>25.629396666667052</c:v>
                </c:pt>
                <c:pt idx="9">
                  <c:v>24.459347651006915</c:v>
                </c:pt>
                <c:pt idx="10">
                  <c:v>24.678030000000206</c:v>
                </c:pt>
                <c:pt idx="11">
                  <c:v>24.415419354838914</c:v>
                </c:pt>
                <c:pt idx="12">
                  <c:v>24.382370967741721</c:v>
                </c:pt>
                <c:pt idx="13">
                  <c:v>23.951448275862642</c:v>
                </c:pt>
                <c:pt idx="14">
                  <c:v>20.210685329744027</c:v>
                </c:pt>
                <c:pt idx="15">
                  <c:v>19.921229999999724</c:v>
                </c:pt>
                <c:pt idx="16">
                  <c:v>19.621316129031189</c:v>
                </c:pt>
                <c:pt idx="17">
                  <c:v>23.042256666666962</c:v>
                </c:pt>
                <c:pt idx="18">
                  <c:v>27.46708709677306</c:v>
                </c:pt>
                <c:pt idx="19">
                  <c:v>26.476099999999963</c:v>
                </c:pt>
                <c:pt idx="20">
                  <c:v>27.719186666666495</c:v>
                </c:pt>
                <c:pt idx="21">
                  <c:v>25.122179865772537</c:v>
                </c:pt>
                <c:pt idx="22">
                  <c:v>26.158323333333815</c:v>
                </c:pt>
                <c:pt idx="23">
                  <c:v>30.305987096773279</c:v>
                </c:pt>
                <c:pt idx="24">
                  <c:v>30.919999999998577</c:v>
                </c:pt>
                <c:pt idx="25">
                  <c:v>37.615310714286046</c:v>
                </c:pt>
                <c:pt idx="26">
                  <c:v>40.40102449528996</c:v>
                </c:pt>
                <c:pt idx="27">
                  <c:v>44.320040000001015</c:v>
                </c:pt>
                <c:pt idx="28">
                  <c:v>51.533987096772272</c:v>
                </c:pt>
                <c:pt idx="29">
                  <c:v>52.654420000001778</c:v>
                </c:pt>
                <c:pt idx="30">
                  <c:v>53.376090322579778</c:v>
                </c:pt>
                <c:pt idx="31">
                  <c:v>55.931464516126489</c:v>
                </c:pt>
                <c:pt idx="32">
                  <c:v>60.991696666668034</c:v>
                </c:pt>
                <c:pt idx="33">
                  <c:v>59.411034093959309</c:v>
                </c:pt>
                <c:pt idx="34">
                  <c:v>65.02916333333286</c:v>
                </c:pt>
                <c:pt idx="35">
                  <c:v>78.407006451614052</c:v>
                </c:pt>
                <c:pt idx="36">
                  <c:v>80.1987322580664</c:v>
                </c:pt>
                <c:pt idx="37">
                  <c:v>90.044232142854881</c:v>
                </c:pt>
                <c:pt idx="38">
                  <c:v>73.446130282637839</c:v>
                </c:pt>
                <c:pt idx="39">
                  <c:v>80.143016666665545</c:v>
                </c:pt>
                <c:pt idx="40">
                  <c:v>84.118916129032584</c:v>
                </c:pt>
                <c:pt idx="41">
                  <c:v>83.034079999998951</c:v>
                </c:pt>
                <c:pt idx="42">
                  <c:v>81.78348387096635</c:v>
                </c:pt>
                <c:pt idx="43">
                  <c:v>87.603116129031704</c:v>
                </c:pt>
                <c:pt idx="44">
                  <c:v>70.673550000001129</c:v>
                </c:pt>
                <c:pt idx="45">
                  <c:v>68.477154362416329</c:v>
                </c:pt>
                <c:pt idx="46">
                  <c:v>75.295363333334635</c:v>
                </c:pt>
                <c:pt idx="47">
                  <c:v>85.696551612905992</c:v>
                </c:pt>
                <c:pt idx="48">
                  <c:v>81.008409677419394</c:v>
                </c:pt>
                <c:pt idx="49">
                  <c:v>91.482732142854985</c:v>
                </c:pt>
                <c:pt idx="50">
                  <c:v>89.786444683713768</c:v>
                </c:pt>
                <c:pt idx="51">
                  <c:v>90.271479999998817</c:v>
                </c:pt>
                <c:pt idx="52">
                  <c:v>83.812325806451611</c:v>
                </c:pt>
                <c:pt idx="53">
                  <c:v>85.025253333333382</c:v>
                </c:pt>
                <c:pt idx="54">
                  <c:v>86.226987096771467</c:v>
                </c:pt>
                <c:pt idx="55">
                  <c:v>84.759022580645421</c:v>
                </c:pt>
                <c:pt idx="56">
                  <c:v>82.408566666668406</c:v>
                </c:pt>
                <c:pt idx="57">
                  <c:v>80.82052402684532</c:v>
                </c:pt>
                <c:pt idx="58">
                  <c:v>76.205183333333579</c:v>
                </c:pt>
                <c:pt idx="59">
                  <c:v>68.049851612900198</c:v>
                </c:pt>
                <c:pt idx="60">
                  <c:v>63.85634193548163</c:v>
                </c:pt>
                <c:pt idx="61">
                  <c:v>55.918496551724715</c:v>
                </c:pt>
                <c:pt idx="62">
                  <c:v>57.298980349933544</c:v>
                </c:pt>
                <c:pt idx="63">
                  <c:v>63.079623333332478</c:v>
                </c:pt>
                <c:pt idx="64">
                  <c:v>70.240022580644009</c:v>
                </c:pt>
                <c:pt idx="65">
                  <c:v>69.142090000000564</c:v>
                </c:pt>
                <c:pt idx="66">
                  <c:v>66.60296451612902</c:v>
                </c:pt>
                <c:pt idx="67">
                  <c:v>69.726038709675535</c:v>
                </c:pt>
                <c:pt idx="68">
                  <c:v>65.239870000001119</c:v>
                </c:pt>
                <c:pt idx="69">
                  <c:v>63.185659060403871</c:v>
                </c:pt>
                <c:pt idx="70">
                  <c:v>66.993433333332476</c:v>
                </c:pt>
                <c:pt idx="71">
                  <c:v>65.804567741940275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48-43FF-A2B4-7E289CDD9052}"/>
            </c:ext>
          </c:extLst>
        </c:ser>
        <c:ser>
          <c:idx val="1"/>
          <c:order val="1"/>
          <c:tx>
            <c:strRef>
              <c:f>'EU-ETS vs Day Ahead price'!$L$3</c:f>
              <c:strCache>
                <c:ptCount val="1"/>
                <c:pt idx="0">
                  <c:v>Gas Price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'EU-ETS vs Day Ahead price'!$J$4:$J$75</c:f>
              <c:strCache>
                <c:ptCount val="72"/>
                <c:pt idx="0">
                  <c:v>Jan-19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Jan-20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  <c:pt idx="18">
                  <c:v>Jul</c:v>
                </c:pt>
                <c:pt idx="19">
                  <c:v>Aug</c:v>
                </c:pt>
                <c:pt idx="20">
                  <c:v>Sep</c:v>
                </c:pt>
                <c:pt idx="21">
                  <c:v>Oct</c:v>
                </c:pt>
                <c:pt idx="22">
                  <c:v>Nov</c:v>
                </c:pt>
                <c:pt idx="23">
                  <c:v>Dec</c:v>
                </c:pt>
                <c:pt idx="24">
                  <c:v>Jan-21</c:v>
                </c:pt>
                <c:pt idx="25">
                  <c:v>Feb</c:v>
                </c:pt>
                <c:pt idx="26">
                  <c:v>Mar</c:v>
                </c:pt>
                <c:pt idx="27">
                  <c:v>Apr</c:v>
                </c:pt>
                <c:pt idx="28">
                  <c:v>May</c:v>
                </c:pt>
                <c:pt idx="29">
                  <c:v>Jun</c:v>
                </c:pt>
                <c:pt idx="30">
                  <c:v>Jul</c:v>
                </c:pt>
                <c:pt idx="31">
                  <c:v>Aug</c:v>
                </c:pt>
                <c:pt idx="32">
                  <c:v>Sep</c:v>
                </c:pt>
                <c:pt idx="33">
                  <c:v>Oct</c:v>
                </c:pt>
                <c:pt idx="34">
                  <c:v>Nov</c:v>
                </c:pt>
                <c:pt idx="35">
                  <c:v>Dec</c:v>
                </c:pt>
                <c:pt idx="36">
                  <c:v>Jan-22</c:v>
                </c:pt>
                <c:pt idx="37">
                  <c:v>Feb</c:v>
                </c:pt>
                <c:pt idx="38">
                  <c:v>Mar</c:v>
                </c:pt>
                <c:pt idx="39">
                  <c:v>Apr</c:v>
                </c:pt>
                <c:pt idx="40">
                  <c:v>May</c:v>
                </c:pt>
                <c:pt idx="41">
                  <c:v>Jun</c:v>
                </c:pt>
                <c:pt idx="42">
                  <c:v>Jul</c:v>
                </c:pt>
                <c:pt idx="43">
                  <c:v>Aug</c:v>
                </c:pt>
                <c:pt idx="44">
                  <c:v>Sep</c:v>
                </c:pt>
                <c:pt idx="45">
                  <c:v>Oct</c:v>
                </c:pt>
                <c:pt idx="46">
                  <c:v>Nov</c:v>
                </c:pt>
                <c:pt idx="47">
                  <c:v>Dec</c:v>
                </c:pt>
                <c:pt idx="48">
                  <c:v>Jan-23</c:v>
                </c:pt>
                <c:pt idx="49">
                  <c:v>Feb</c:v>
                </c:pt>
                <c:pt idx="50">
                  <c:v>Mar</c:v>
                </c:pt>
                <c:pt idx="51">
                  <c:v>Apr</c:v>
                </c:pt>
                <c:pt idx="52">
                  <c:v>May</c:v>
                </c:pt>
                <c:pt idx="53">
                  <c:v>Jun</c:v>
                </c:pt>
                <c:pt idx="54">
                  <c:v>Jul</c:v>
                </c:pt>
                <c:pt idx="55">
                  <c:v>Aug</c:v>
                </c:pt>
                <c:pt idx="56">
                  <c:v>Sep</c:v>
                </c:pt>
                <c:pt idx="57">
                  <c:v>Oct</c:v>
                </c:pt>
                <c:pt idx="58">
                  <c:v>Nov</c:v>
                </c:pt>
                <c:pt idx="59">
                  <c:v>Dec</c:v>
                </c:pt>
                <c:pt idx="60">
                  <c:v>Jan-24</c:v>
                </c:pt>
                <c:pt idx="61">
                  <c:v>Feb</c:v>
                </c:pt>
                <c:pt idx="62">
                  <c:v>Mar</c:v>
                </c:pt>
                <c:pt idx="63">
                  <c:v>Apr</c:v>
                </c:pt>
                <c:pt idx="64">
                  <c:v>May</c:v>
                </c:pt>
                <c:pt idx="65">
                  <c:v>Jun</c:v>
                </c:pt>
                <c:pt idx="66">
                  <c:v>Jul</c:v>
                </c:pt>
                <c:pt idx="67">
                  <c:v>Aug</c:v>
                </c:pt>
                <c:pt idx="68">
                  <c:v>Sep</c:v>
                </c:pt>
                <c:pt idx="69">
                  <c:v>Oct</c:v>
                </c:pt>
                <c:pt idx="70">
                  <c:v>Nov</c:v>
                </c:pt>
                <c:pt idx="71">
                  <c:v>Dec </c:v>
                </c:pt>
              </c:strCache>
            </c:strRef>
          </c:cat>
          <c:val>
            <c:numRef>
              <c:f>'EU-ETS vs Day Ahead price'!$L$4:$L$75</c:f>
              <c:numCache>
                <c:formatCode>General</c:formatCode>
                <c:ptCount val="72"/>
                <c:pt idx="0">
                  <c:v>23.758064516129032</c:v>
                </c:pt>
                <c:pt idx="1">
                  <c:v>18.5</c:v>
                </c:pt>
                <c:pt idx="2">
                  <c:v>16.050471063257067</c:v>
                </c:pt>
                <c:pt idx="3">
                  <c:v>14.35</c:v>
                </c:pt>
                <c:pt idx="4">
                  <c:v>11.796774193548652</c:v>
                </c:pt>
                <c:pt idx="5">
                  <c:v>10.603333333333186</c:v>
                </c:pt>
                <c:pt idx="6">
                  <c:v>11.025806451612718</c:v>
                </c:pt>
                <c:pt idx="7">
                  <c:v>11.135483870967455</c:v>
                </c:pt>
                <c:pt idx="8">
                  <c:v>12.986666666666498</c:v>
                </c:pt>
                <c:pt idx="9">
                  <c:v>15.791275167785235</c:v>
                </c:pt>
                <c:pt idx="10">
                  <c:v>16.289999999999907</c:v>
                </c:pt>
                <c:pt idx="11">
                  <c:v>14.648387096774169</c:v>
                </c:pt>
                <c:pt idx="12">
                  <c:v>11.822548387096612</c:v>
                </c:pt>
                <c:pt idx="13">
                  <c:v>9.8200689655171374</c:v>
                </c:pt>
                <c:pt idx="14">
                  <c:v>9.0820269179001318</c:v>
                </c:pt>
                <c:pt idx="15">
                  <c:v>7.1347000000000653</c:v>
                </c:pt>
                <c:pt idx="16">
                  <c:v>5.1210000000000724</c:v>
                </c:pt>
                <c:pt idx="17">
                  <c:v>4.9842999999999478</c:v>
                </c:pt>
                <c:pt idx="18">
                  <c:v>5.1563548387097082</c:v>
                </c:pt>
                <c:pt idx="19">
                  <c:v>7.1955806451615043</c:v>
                </c:pt>
                <c:pt idx="20">
                  <c:v>10.595200000000064</c:v>
                </c:pt>
                <c:pt idx="21">
                  <c:v>13.570995973154485</c:v>
                </c:pt>
                <c:pt idx="22">
                  <c:v>13.565800000000145</c:v>
                </c:pt>
                <c:pt idx="23">
                  <c:v>15.726741935484624</c:v>
                </c:pt>
                <c:pt idx="24">
                  <c:v>19.732000000000085</c:v>
                </c:pt>
                <c:pt idx="25">
                  <c:v>17.725357142857447</c:v>
                </c:pt>
                <c:pt idx="26">
                  <c:v>17.975621803499525</c:v>
                </c:pt>
                <c:pt idx="27">
                  <c:v>20.722966666666782</c:v>
                </c:pt>
                <c:pt idx="28">
                  <c:v>25.132483870967857</c:v>
                </c:pt>
                <c:pt idx="29">
                  <c:v>28.671100000000013</c:v>
                </c:pt>
                <c:pt idx="30">
                  <c:v>35.886096774192623</c:v>
                </c:pt>
                <c:pt idx="31">
                  <c:v>43.556451612902826</c:v>
                </c:pt>
                <c:pt idx="32">
                  <c:v>62.38549999999956</c:v>
                </c:pt>
                <c:pt idx="33">
                  <c:v>90.056464429528006</c:v>
                </c:pt>
                <c:pt idx="34">
                  <c:v>81.030199999999979</c:v>
                </c:pt>
                <c:pt idx="35">
                  <c:v>113.8500322580675</c:v>
                </c:pt>
                <c:pt idx="36">
                  <c:v>84.795225806449935</c:v>
                </c:pt>
                <c:pt idx="37">
                  <c:v>81.16607142857238</c:v>
                </c:pt>
                <c:pt idx="38">
                  <c:v>130.75253162853116</c:v>
                </c:pt>
                <c:pt idx="39">
                  <c:v>103.80303333333401</c:v>
                </c:pt>
                <c:pt idx="40">
                  <c:v>90.297612903226181</c:v>
                </c:pt>
                <c:pt idx="41">
                  <c:v>103.55436666666485</c:v>
                </c:pt>
                <c:pt idx="42">
                  <c:v>170.01590322580884</c:v>
                </c:pt>
                <c:pt idx="43">
                  <c:v>235.66322580644834</c:v>
                </c:pt>
                <c:pt idx="44">
                  <c:v>191.79426666665989</c:v>
                </c:pt>
                <c:pt idx="45">
                  <c:v>83.660599999999803</c:v>
                </c:pt>
                <c:pt idx="46">
                  <c:v>92.21759999999918</c:v>
                </c:pt>
                <c:pt idx="47">
                  <c:v>117.66093548386648</c:v>
                </c:pt>
                <c:pt idx="48">
                  <c:v>65.153290322580943</c:v>
                </c:pt>
                <c:pt idx="49">
                  <c:v>54.294857142857467</c:v>
                </c:pt>
                <c:pt idx="50">
                  <c:v>45.236718707939886</c:v>
                </c:pt>
                <c:pt idx="51">
                  <c:v>43.777199999999475</c:v>
                </c:pt>
                <c:pt idx="52">
                  <c:v>32.291161290322236</c:v>
                </c:pt>
                <c:pt idx="53">
                  <c:v>31.769666666666009</c:v>
                </c:pt>
                <c:pt idx="54">
                  <c:v>30.088193548386332</c:v>
                </c:pt>
                <c:pt idx="55">
                  <c:v>33.405258064517461</c:v>
                </c:pt>
                <c:pt idx="56">
                  <c:v>36.419900000000389</c:v>
                </c:pt>
                <c:pt idx="57">
                  <c:v>43.223790604026924</c:v>
                </c:pt>
                <c:pt idx="58">
                  <c:v>43.805199999999751</c:v>
                </c:pt>
                <c:pt idx="59">
                  <c:v>36.17780645161114</c:v>
                </c:pt>
                <c:pt idx="60">
                  <c:v>30.505451612903702</c:v>
                </c:pt>
                <c:pt idx="61">
                  <c:v>26.094379310345161</c:v>
                </c:pt>
                <c:pt idx="62">
                  <c:v>26.715648721400502</c:v>
                </c:pt>
                <c:pt idx="63">
                  <c:v>29.073099999999997</c:v>
                </c:pt>
                <c:pt idx="64">
                  <c:v>31.402741935483196</c:v>
                </c:pt>
                <c:pt idx="65">
                  <c:v>34.342466666666752</c:v>
                </c:pt>
                <c:pt idx="66">
                  <c:v>32.116967741934779</c:v>
                </c:pt>
                <c:pt idx="67">
                  <c:v>37.509612903226277</c:v>
                </c:pt>
                <c:pt idx="68">
                  <c:v>36.300866666665513</c:v>
                </c:pt>
                <c:pt idx="69">
                  <c:v>40.659422818791967</c:v>
                </c:pt>
                <c:pt idx="70">
                  <c:v>44.808599999998869</c:v>
                </c:pt>
                <c:pt idx="71">
                  <c:v>45.736580645161482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48-43FF-A2B4-7E289CDD9052}"/>
            </c:ext>
          </c:extLst>
        </c:ser>
        <c:ser>
          <c:idx val="2"/>
          <c:order val="2"/>
          <c:tx>
            <c:strRef>
              <c:f>'EU-ETS vs Day Ahead price'!$M$3</c:f>
              <c:strCache>
                <c:ptCount val="1"/>
                <c:pt idx="0">
                  <c:v>Day-Ahead Price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'EU-ETS vs Day Ahead price'!$J$4:$J$75</c:f>
              <c:strCache>
                <c:ptCount val="72"/>
                <c:pt idx="0">
                  <c:v>Jan-19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Jan-20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Jun</c:v>
                </c:pt>
                <c:pt idx="18">
                  <c:v>Jul</c:v>
                </c:pt>
                <c:pt idx="19">
                  <c:v>Aug</c:v>
                </c:pt>
                <c:pt idx="20">
                  <c:v>Sep</c:v>
                </c:pt>
                <c:pt idx="21">
                  <c:v>Oct</c:v>
                </c:pt>
                <c:pt idx="22">
                  <c:v>Nov</c:v>
                </c:pt>
                <c:pt idx="23">
                  <c:v>Dec</c:v>
                </c:pt>
                <c:pt idx="24">
                  <c:v>Jan-21</c:v>
                </c:pt>
                <c:pt idx="25">
                  <c:v>Feb</c:v>
                </c:pt>
                <c:pt idx="26">
                  <c:v>Mar</c:v>
                </c:pt>
                <c:pt idx="27">
                  <c:v>Apr</c:v>
                </c:pt>
                <c:pt idx="28">
                  <c:v>May</c:v>
                </c:pt>
                <c:pt idx="29">
                  <c:v>Jun</c:v>
                </c:pt>
                <c:pt idx="30">
                  <c:v>Jul</c:v>
                </c:pt>
                <c:pt idx="31">
                  <c:v>Aug</c:v>
                </c:pt>
                <c:pt idx="32">
                  <c:v>Sep</c:v>
                </c:pt>
                <c:pt idx="33">
                  <c:v>Oct</c:v>
                </c:pt>
                <c:pt idx="34">
                  <c:v>Nov</c:v>
                </c:pt>
                <c:pt idx="35">
                  <c:v>Dec</c:v>
                </c:pt>
                <c:pt idx="36">
                  <c:v>Jan-22</c:v>
                </c:pt>
                <c:pt idx="37">
                  <c:v>Feb</c:v>
                </c:pt>
                <c:pt idx="38">
                  <c:v>Mar</c:v>
                </c:pt>
                <c:pt idx="39">
                  <c:v>Apr</c:v>
                </c:pt>
                <c:pt idx="40">
                  <c:v>May</c:v>
                </c:pt>
                <c:pt idx="41">
                  <c:v>Jun</c:v>
                </c:pt>
                <c:pt idx="42">
                  <c:v>Jul</c:v>
                </c:pt>
                <c:pt idx="43">
                  <c:v>Aug</c:v>
                </c:pt>
                <c:pt idx="44">
                  <c:v>Sep</c:v>
                </c:pt>
                <c:pt idx="45">
                  <c:v>Oct</c:v>
                </c:pt>
                <c:pt idx="46">
                  <c:v>Nov</c:v>
                </c:pt>
                <c:pt idx="47">
                  <c:v>Dec</c:v>
                </c:pt>
                <c:pt idx="48">
                  <c:v>Jan-23</c:v>
                </c:pt>
                <c:pt idx="49">
                  <c:v>Feb</c:v>
                </c:pt>
                <c:pt idx="50">
                  <c:v>Mar</c:v>
                </c:pt>
                <c:pt idx="51">
                  <c:v>Apr</c:v>
                </c:pt>
                <c:pt idx="52">
                  <c:v>May</c:v>
                </c:pt>
                <c:pt idx="53">
                  <c:v>Jun</c:v>
                </c:pt>
                <c:pt idx="54">
                  <c:v>Jul</c:v>
                </c:pt>
                <c:pt idx="55">
                  <c:v>Aug</c:v>
                </c:pt>
                <c:pt idx="56">
                  <c:v>Sep</c:v>
                </c:pt>
                <c:pt idx="57">
                  <c:v>Oct</c:v>
                </c:pt>
                <c:pt idx="58">
                  <c:v>Nov</c:v>
                </c:pt>
                <c:pt idx="59">
                  <c:v>Dec</c:v>
                </c:pt>
                <c:pt idx="60">
                  <c:v>Jan-24</c:v>
                </c:pt>
                <c:pt idx="61">
                  <c:v>Feb</c:v>
                </c:pt>
                <c:pt idx="62">
                  <c:v>Mar</c:v>
                </c:pt>
                <c:pt idx="63">
                  <c:v>Apr</c:v>
                </c:pt>
                <c:pt idx="64">
                  <c:v>May</c:v>
                </c:pt>
                <c:pt idx="65">
                  <c:v>Jun</c:v>
                </c:pt>
                <c:pt idx="66">
                  <c:v>Jul</c:v>
                </c:pt>
                <c:pt idx="67">
                  <c:v>Aug</c:v>
                </c:pt>
                <c:pt idx="68">
                  <c:v>Sep</c:v>
                </c:pt>
                <c:pt idx="69">
                  <c:v>Oct</c:v>
                </c:pt>
                <c:pt idx="70">
                  <c:v>Nov</c:v>
                </c:pt>
                <c:pt idx="71">
                  <c:v>Dec </c:v>
                </c:pt>
              </c:strCache>
            </c:strRef>
          </c:cat>
          <c:val>
            <c:numRef>
              <c:f>'EU-ETS vs Day Ahead price'!$M$4:$M$75</c:f>
              <c:numCache>
                <c:formatCode>General</c:formatCode>
                <c:ptCount val="72"/>
                <c:pt idx="0">
                  <c:v>50.44467069892471</c:v>
                </c:pt>
                <c:pt idx="1">
                  <c:v>43.209732142857149</c:v>
                </c:pt>
                <c:pt idx="2">
                  <c:v>30.797483176312284</c:v>
                </c:pt>
                <c:pt idx="3">
                  <c:v>38.079909722222254</c:v>
                </c:pt>
                <c:pt idx="4">
                  <c:v>38.349015456989129</c:v>
                </c:pt>
                <c:pt idx="5">
                  <c:v>33.267840277777772</c:v>
                </c:pt>
                <c:pt idx="6">
                  <c:v>39.238961693548305</c:v>
                </c:pt>
                <c:pt idx="7">
                  <c:v>36.503323252688112</c:v>
                </c:pt>
                <c:pt idx="8">
                  <c:v>34.965493055555491</c:v>
                </c:pt>
                <c:pt idx="9">
                  <c:v>37.473728187919512</c:v>
                </c:pt>
                <c:pt idx="10">
                  <c:v>40.90668749999999</c:v>
                </c:pt>
                <c:pt idx="11">
                  <c:v>31.909902553763512</c:v>
                </c:pt>
                <c:pt idx="12">
                  <c:v>34.268844086021367</c:v>
                </c:pt>
                <c:pt idx="13">
                  <c:v>21.483753591954017</c:v>
                </c:pt>
                <c:pt idx="14">
                  <c:v>22.38371130551814</c:v>
                </c:pt>
                <c:pt idx="15">
                  <c:v>18.000333333333359</c:v>
                </c:pt>
                <c:pt idx="16">
                  <c:v>17.880880376344045</c:v>
                </c:pt>
                <c:pt idx="17">
                  <c:v>25.731194444444426</c:v>
                </c:pt>
                <c:pt idx="18">
                  <c:v>30.661139112903328</c:v>
                </c:pt>
                <c:pt idx="19">
                  <c:v>33.885164650537675</c:v>
                </c:pt>
                <c:pt idx="20">
                  <c:v>43.645868055555525</c:v>
                </c:pt>
                <c:pt idx="21">
                  <c:v>34.178352348993265</c:v>
                </c:pt>
                <c:pt idx="22">
                  <c:v>37.596368055555594</c:v>
                </c:pt>
                <c:pt idx="23">
                  <c:v>43.931249999999999</c:v>
                </c:pt>
                <c:pt idx="24">
                  <c:v>53.844485887096852</c:v>
                </c:pt>
                <c:pt idx="25">
                  <c:v>49.244460565476196</c:v>
                </c:pt>
                <c:pt idx="26">
                  <c:v>46.164219380888248</c:v>
                </c:pt>
                <c:pt idx="27">
                  <c:v>55.758513888888885</c:v>
                </c:pt>
                <c:pt idx="28">
                  <c:v>53.653911290322533</c:v>
                </c:pt>
                <c:pt idx="29">
                  <c:v>73.571097222222008</c:v>
                </c:pt>
                <c:pt idx="30">
                  <c:v>81.760927419354744</c:v>
                </c:pt>
                <c:pt idx="31">
                  <c:v>81.438387096774306</c:v>
                </c:pt>
                <c:pt idx="32">
                  <c:v>129.66350347222215</c:v>
                </c:pt>
                <c:pt idx="33">
                  <c:v>144.93713758389237</c:v>
                </c:pt>
                <c:pt idx="34">
                  <c:v>176.12657291666699</c:v>
                </c:pt>
                <c:pt idx="35">
                  <c:v>229.33445228494605</c:v>
                </c:pt>
                <c:pt idx="36">
                  <c:v>199.63156922043032</c:v>
                </c:pt>
                <c:pt idx="37">
                  <c:v>168.78249999999989</c:v>
                </c:pt>
                <c:pt idx="38">
                  <c:v>216.62944145356656</c:v>
                </c:pt>
                <c:pt idx="39">
                  <c:v>211.50968402777747</c:v>
                </c:pt>
                <c:pt idx="40">
                  <c:v>191.04829973118294</c:v>
                </c:pt>
                <c:pt idx="41">
                  <c:v>237.82170833333311</c:v>
                </c:pt>
                <c:pt idx="42">
                  <c:v>298.96153897849422</c:v>
                </c:pt>
                <c:pt idx="43">
                  <c:v>416.68933467741942</c:v>
                </c:pt>
                <c:pt idx="44">
                  <c:v>289.9293645833331</c:v>
                </c:pt>
                <c:pt idx="45">
                  <c:v>178.78825503355694</c:v>
                </c:pt>
                <c:pt idx="46">
                  <c:v>223.31109027777651</c:v>
                </c:pt>
                <c:pt idx="47">
                  <c:v>210.98111223118207</c:v>
                </c:pt>
                <c:pt idx="48">
                  <c:v>114.18092741935523</c:v>
                </c:pt>
                <c:pt idx="49">
                  <c:v>108.93565476190454</c:v>
                </c:pt>
                <c:pt idx="50">
                  <c:v>87.191924629878812</c:v>
                </c:pt>
                <c:pt idx="51">
                  <c:v>98.028892361111133</c:v>
                </c:pt>
                <c:pt idx="52">
                  <c:v>82.12464381720423</c:v>
                </c:pt>
                <c:pt idx="53">
                  <c:v>106.4221979166666</c:v>
                </c:pt>
                <c:pt idx="54">
                  <c:v>85.674613575268651</c:v>
                </c:pt>
                <c:pt idx="55">
                  <c:v>103.43548051075251</c:v>
                </c:pt>
                <c:pt idx="56">
                  <c:v>98.652065972222374</c:v>
                </c:pt>
                <c:pt idx="57">
                  <c:v>92.080765100671101</c:v>
                </c:pt>
                <c:pt idx="58">
                  <c:v>98.812854166666554</c:v>
                </c:pt>
                <c:pt idx="59">
                  <c:v>66.949704301075087</c:v>
                </c:pt>
                <c:pt idx="60">
                  <c:v>65.973000672043156</c:v>
                </c:pt>
                <c:pt idx="61">
                  <c:v>67.120578304597615</c:v>
                </c:pt>
                <c:pt idx="62">
                  <c:v>67.059310228802175</c:v>
                </c:pt>
                <c:pt idx="63">
                  <c:v>76.475201388888962</c:v>
                </c:pt>
                <c:pt idx="64">
                  <c:v>74.180944220430192</c:v>
                </c:pt>
                <c:pt idx="65">
                  <c:v>76.966663194444436</c:v>
                </c:pt>
                <c:pt idx="66">
                  <c:v>73.519072580645272</c:v>
                </c:pt>
                <c:pt idx="67">
                  <c:v>84.685278897849571</c:v>
                </c:pt>
                <c:pt idx="68">
                  <c:v>73.066187500000083</c:v>
                </c:pt>
                <c:pt idx="69">
                  <c:v>85.953332214764913</c:v>
                </c:pt>
                <c:pt idx="70">
                  <c:v>97.7468472222222</c:v>
                </c:pt>
                <c:pt idx="71">
                  <c:v>91.035456989247166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C48-43FF-A2B4-7E289CDD90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8336064"/>
        <c:axId val="1638336544"/>
      </c:lineChart>
      <c:catAx>
        <c:axId val="1638336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8336544"/>
        <c:crosses val="autoZero"/>
        <c:auto val="1"/>
        <c:lblAlgn val="ctr"/>
        <c:lblOffset val="100"/>
        <c:noMultiLvlLbl val="0"/>
      </c:catAx>
      <c:valAx>
        <c:axId val="1638336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8336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932316472881178"/>
          <c:y val="0.9305823301371795"/>
          <c:w val="0.54006484157464352"/>
          <c:h val="6.20622012021847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A5B01-4652-4C65-AFC3-C94BEF9DC58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85219-4365-48CC-BA94-617CF7C5B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8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85219-4365-48CC-BA94-617CF7C5B0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07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8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77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3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4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09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6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06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90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82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3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38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F99F7-8AAB-4E51-B640-4DF5BC573FD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BEC0C-04C7-4675-A07D-0D9A7571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8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2141224-13EB-185D-AF9C-FC7141236C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6828926"/>
              </p:ext>
            </p:extLst>
          </p:nvPr>
        </p:nvGraphicFramePr>
        <p:xfrm>
          <a:off x="619432" y="1396182"/>
          <a:ext cx="11217053" cy="5291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AB85A0C-4C78-B420-437F-913DB901FC12}"/>
              </a:ext>
            </a:extLst>
          </p:cNvPr>
          <p:cNvSpPr txBox="1"/>
          <p:nvPr/>
        </p:nvSpPr>
        <p:spPr>
          <a:xfrm>
            <a:off x="2290916" y="377949"/>
            <a:ext cx="8046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Graphical Representation of Dependencies of  Input &amp; Output </a:t>
            </a:r>
          </a:p>
        </p:txBody>
      </p:sp>
    </p:spTree>
    <p:extLst>
      <p:ext uri="{BB962C8B-B14F-4D97-AF65-F5344CB8AC3E}">
        <p14:creationId xmlns:p14="http://schemas.microsoft.com/office/powerpoint/2010/main" val="2887380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C77A49-C6F5-0B6E-E6BD-B84B7A9EAD81}"/>
              </a:ext>
            </a:extLst>
          </p:cNvPr>
          <p:cNvSpPr txBox="1"/>
          <p:nvPr/>
        </p:nvSpPr>
        <p:spPr>
          <a:xfrm>
            <a:off x="5392605" y="1934788"/>
            <a:ext cx="5978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Offshore and onshore wind often rise together.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Inland winds caused by land pressure gradients and terrain effects can spike onshore output — allowing very high onshore generation without a matching offshore rise.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49F75B3-0D08-561E-6F79-9CC92337FE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7279383"/>
              </p:ext>
            </p:extLst>
          </p:nvPr>
        </p:nvGraphicFramePr>
        <p:xfrm>
          <a:off x="584426" y="1140436"/>
          <a:ext cx="4135058" cy="2745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9C6686B-7672-4703-9B33-189EAFBDD8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8268777"/>
              </p:ext>
            </p:extLst>
          </p:nvPr>
        </p:nvGraphicFramePr>
        <p:xfrm>
          <a:off x="397943" y="3885626"/>
          <a:ext cx="4321541" cy="2745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52D9570-0291-5E80-64D8-C3D96CFE8D9E}"/>
              </a:ext>
            </a:extLst>
          </p:cNvPr>
          <p:cNvSpPr txBox="1"/>
          <p:nvPr/>
        </p:nvSpPr>
        <p:spPr>
          <a:xfrm>
            <a:off x="5392605" y="4750389"/>
            <a:ext cx="5978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Low solar and low wind cluster bottom-left — episodes of very low renewable generation (Dunkelflauten).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 summer, wind is usually low while solar is high; in winter, the opposite happens, which appears toward the bottom right of the plot.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40D45A-50EE-99DD-2DFC-910A4123972F}"/>
              </a:ext>
            </a:extLst>
          </p:cNvPr>
          <p:cNvSpPr txBox="1"/>
          <p:nvPr/>
        </p:nvSpPr>
        <p:spPr>
          <a:xfrm>
            <a:off x="3578942" y="227184"/>
            <a:ext cx="82689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Exploring Correlations in Forecasted Wind and Solar Generation 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91198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34A856C-FC66-48D3-84AE-2D39A596DA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5697852"/>
              </p:ext>
            </p:extLst>
          </p:nvPr>
        </p:nvGraphicFramePr>
        <p:xfrm>
          <a:off x="275303" y="807941"/>
          <a:ext cx="4778478" cy="2780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97C19DF-A209-4FC1-2BA5-530CF6735A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8674682"/>
              </p:ext>
            </p:extLst>
          </p:nvPr>
        </p:nvGraphicFramePr>
        <p:xfrm>
          <a:off x="275303" y="3746089"/>
          <a:ext cx="4886633" cy="2853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F69ED47-A4C0-D906-7AFB-9CD611457F9D}"/>
              </a:ext>
            </a:extLst>
          </p:cNvPr>
          <p:cNvSpPr txBox="1"/>
          <p:nvPr/>
        </p:nvSpPr>
        <p:spPr>
          <a:xfrm>
            <a:off x="5784979" y="4845277"/>
            <a:ext cx="53910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Prices are highest in the early morning and late evening, when renewable output is low.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 solar ramps up through midday, prices fall sharply — reflecting the strong price-dampening effect of peak solar generation.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During the afternoon, when solar remains high and wind is still moderate, prices settle at the lower range before rising again as solar drops toward sunset.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BAE0E8-AEB3-7C39-8216-CA6A19DDF042}"/>
              </a:ext>
            </a:extLst>
          </p:cNvPr>
          <p:cNvSpPr txBox="1"/>
          <p:nvPr/>
        </p:nvSpPr>
        <p:spPr>
          <a:xfrm>
            <a:off x="5549004" y="1475124"/>
            <a:ext cx="5787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Day-ahead prices generally fall as wind generation increases, showing the strong price-dampening effect of abundant wind power.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High prices cluster at low wind levels, reflecting scarcity conditions when conventional generation sets the marginal price.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At very high wind levels, prices stabilize at the lower end, as wind consistently pushes cheaper supply into the market.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8CE618-B659-2DCB-C630-3594BA47C5CF}"/>
              </a:ext>
            </a:extLst>
          </p:cNvPr>
          <p:cNvSpPr txBox="1"/>
          <p:nvPr/>
        </p:nvSpPr>
        <p:spPr>
          <a:xfrm>
            <a:off x="5549004" y="4014280"/>
            <a:ext cx="6542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chart shows a single day (31.08.2024) broken into 15-minute intervals, capturing how intraday solar influences the day-ahead price. The x-axis represent the forecasted generation in GW for each 15-minute interval.</a:t>
            </a:r>
          </a:p>
          <a:p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9E5889-AE19-C028-F44F-7E3CA813D891}"/>
              </a:ext>
            </a:extLst>
          </p:cNvPr>
          <p:cNvSpPr txBox="1"/>
          <p:nvPr/>
        </p:nvSpPr>
        <p:spPr>
          <a:xfrm>
            <a:off x="2910347" y="175286"/>
            <a:ext cx="66690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Exploring Relationships between Inputs and Day-Ahead Prices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32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D4E5354-2E3F-D402-D6B8-D34D3200CA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6244287"/>
              </p:ext>
            </p:extLst>
          </p:nvPr>
        </p:nvGraphicFramePr>
        <p:xfrm>
          <a:off x="130384" y="4142419"/>
          <a:ext cx="3428893" cy="1956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0B6C136-498A-F0F3-7907-D65D4281B4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82488"/>
              </p:ext>
            </p:extLst>
          </p:nvPr>
        </p:nvGraphicFramePr>
        <p:xfrm>
          <a:off x="5823262" y="4093259"/>
          <a:ext cx="3428893" cy="2054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8D4EED7-31DE-E6DE-FA3A-75495EA0F8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1713830"/>
              </p:ext>
            </p:extLst>
          </p:nvPr>
        </p:nvGraphicFramePr>
        <p:xfrm>
          <a:off x="130384" y="909433"/>
          <a:ext cx="5503500" cy="2846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FA90808-1CD6-0AC3-BACD-82B032FFC28D}"/>
              </a:ext>
            </a:extLst>
          </p:cNvPr>
          <p:cNvSpPr txBox="1"/>
          <p:nvPr/>
        </p:nvSpPr>
        <p:spPr>
          <a:xfrm>
            <a:off x="5942163" y="1363277"/>
            <a:ext cx="59719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From the beginning, the day-ahead price and the CO₂ price show a clear relationship — both moving in a similar direction as market fundamentals stabilize.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During 2021–2022, this relationship breaks in magnitude because soaring gas prices dominate the marginal cost of generation and push day-ahead prices far above CO₂-driven levels.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 gas prices normalize in 2023 and 2024, the link between CO₂ prices and day-ahead prices becomes visible again, with both following a more consistent pattern</a:t>
            </a:r>
          </a:p>
          <a:p>
            <a:pPr algn="l"/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ED68D-39F2-2DF6-36AD-761153FA0457}"/>
              </a:ext>
            </a:extLst>
          </p:cNvPr>
          <p:cNvSpPr txBox="1"/>
          <p:nvPr/>
        </p:nvSpPr>
        <p:spPr>
          <a:xfrm>
            <a:off x="3559278" y="4843858"/>
            <a:ext cx="21827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Very linear behavior 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Clear causal relationship </a:t>
            </a:r>
          </a:p>
          <a:p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BE0C91-FB20-21B7-A298-8C50D0CE35E4}"/>
              </a:ext>
            </a:extLst>
          </p:cNvPr>
          <p:cNvSpPr txBox="1"/>
          <p:nvPr/>
        </p:nvSpPr>
        <p:spPr>
          <a:xfrm>
            <a:off x="9482948" y="4566858"/>
            <a:ext cx="27090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Years 2021–2022 removed to avoid distortion 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Linear behavior 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Clear casual relationship </a:t>
            </a:r>
          </a:p>
          <a:p>
            <a:endParaRPr lang="en-US" sz="1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C93EF4-15CC-1442-8DEA-8BF608882117}"/>
              </a:ext>
            </a:extLst>
          </p:cNvPr>
          <p:cNvCxnSpPr>
            <a:cxnSpLocks/>
          </p:cNvCxnSpPr>
          <p:nvPr/>
        </p:nvCxnSpPr>
        <p:spPr>
          <a:xfrm>
            <a:off x="3287606" y="6585965"/>
            <a:ext cx="2716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0A0E7D-C32A-3D58-3FED-2799D656A32C}"/>
              </a:ext>
            </a:extLst>
          </p:cNvPr>
          <p:cNvSpPr txBox="1"/>
          <p:nvPr/>
        </p:nvSpPr>
        <p:spPr>
          <a:xfrm>
            <a:off x="3610191" y="6447465"/>
            <a:ext cx="4971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Gas and CO₂ prices are predominant factors  in day-ahead price regimes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70548-F4AF-136C-B84E-4F972B36BB98}"/>
              </a:ext>
            </a:extLst>
          </p:cNvPr>
          <p:cNvSpPr txBox="1"/>
          <p:nvPr/>
        </p:nvSpPr>
        <p:spPr>
          <a:xfrm>
            <a:off x="3195483" y="112438"/>
            <a:ext cx="653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dirty="0"/>
              <a:t>Influence of Gas and Co2 Prices on Day-Ahead Market Prices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5570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1928</TotalTime>
  <Words>472</Words>
  <Application>Microsoft Office PowerPoint</Application>
  <PresentationFormat>Widescreen</PresentationFormat>
  <Paragraphs>44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Tamim Jaouni</dc:creator>
  <cp:lastModifiedBy>Tamim Jaouni</cp:lastModifiedBy>
  <cp:revision>1</cp:revision>
  <dcterms:created xsi:type="dcterms:W3CDTF">2025-11-05T12:59:58Z</dcterms:created>
  <dcterms:modified xsi:type="dcterms:W3CDTF">2025-11-29T17:55:05Z</dcterms:modified>
</cp:coreProperties>
</file>