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74000-9746-4056-ABE3-E90DF573C0EC}" v="913" dt="2025-11-12T09:49:09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redo custSel addSld delSld modSld sldOrd">
      <pc:chgData name="Tamim Jaouni" userId="5a1e722342cbadd1" providerId="LiveId" clId="{8276BCC8-02B6-48C6-8F25-7073731F431B}" dt="2025-11-12T09:49:09.996" v="3316"/>
      <pc:docMkLst>
        <pc:docMk/>
      </pc:docMkLst>
      <pc:sldChg chg="addSp delSp modSp mod setBg delDesignElem">
        <pc:chgData name="Tamim Jaouni" userId="5a1e722342cbadd1" providerId="LiveId" clId="{8276BCC8-02B6-48C6-8F25-7073731F431B}" dt="2025-11-09T14:44:54.614" v="3303" actId="20577"/>
        <pc:sldMkLst>
          <pc:docMk/>
          <pc:sldMk cId="75469279" sldId="256"/>
        </pc:sldMkLst>
        <pc:spChg chg="add mod ord">
          <ac:chgData name="Tamim Jaouni" userId="5a1e722342cbadd1" providerId="LiveId" clId="{8276BCC8-02B6-48C6-8F25-7073731F431B}" dt="2025-11-08T15:57:40.770" v="755" actId="1076"/>
          <ac:spMkLst>
            <pc:docMk/>
            <pc:sldMk cId="75469279" sldId="256"/>
            <ac:spMk id="2" creationId="{9D3BF62F-F2EA-48FD-85AD-D7E411CE60CB}"/>
          </ac:spMkLst>
        </pc:spChg>
        <pc:spChg chg="add mod">
          <ac:chgData name="Tamim Jaouni" userId="5a1e722342cbadd1" providerId="LiveId" clId="{8276BCC8-02B6-48C6-8F25-7073731F431B}" dt="2025-11-08T16:51:57.869" v="2199" actId="1076"/>
          <ac:spMkLst>
            <pc:docMk/>
            <pc:sldMk cId="75469279" sldId="256"/>
            <ac:spMk id="20" creationId="{3D63A19B-8B28-592B-EBC1-198F1FB0A72A}"/>
          </ac:spMkLst>
        </pc:spChg>
        <pc:spChg chg="add del">
          <ac:chgData name="Tamim Jaouni" userId="5a1e722342cbadd1" providerId="LiveId" clId="{8276BCC8-02B6-48C6-8F25-7073731F431B}" dt="2025-11-08T16:23:01.424" v="1564"/>
          <ac:spMkLst>
            <pc:docMk/>
            <pc:sldMk cId="75469279" sldId="256"/>
            <ac:spMk id="22" creationId="{FA69AAE0-49D5-4C8B-8BA2-55898C00E05E}"/>
          </ac:spMkLst>
        </pc:spChg>
        <pc:spChg chg="add mod">
          <ac:chgData name="Tamim Jaouni" userId="5a1e722342cbadd1" providerId="LiveId" clId="{8276BCC8-02B6-48C6-8F25-7073731F431B}" dt="2025-11-08T16:16:41.367" v="1430" actId="1076"/>
          <ac:spMkLst>
            <pc:docMk/>
            <pc:sldMk cId="75469279" sldId="256"/>
            <ac:spMk id="23" creationId="{77FF1EC7-A993-E052-C487-1986EC1093BA}"/>
          </ac:spMkLst>
        </pc:spChg>
        <pc:spChg chg="add mod">
          <ac:chgData name="Tamim Jaouni" userId="5a1e722342cbadd1" providerId="LiveId" clId="{8276BCC8-02B6-48C6-8F25-7073731F431B}" dt="2025-11-09T14:44:54.614" v="3303" actId="20577"/>
          <ac:spMkLst>
            <pc:docMk/>
            <pc:sldMk cId="75469279" sldId="256"/>
            <ac:spMk id="28" creationId="{05B3DACE-1248-1FD7-1B23-D9E87CD8EBD4}"/>
          </ac:spMkLst>
        </pc:spChg>
        <pc:spChg chg="add mod">
          <ac:chgData name="Tamim Jaouni" userId="5a1e722342cbadd1" providerId="LiveId" clId="{8276BCC8-02B6-48C6-8F25-7073731F431B}" dt="2025-11-08T22:26:06.526" v="2272" actId="1076"/>
          <ac:spMkLst>
            <pc:docMk/>
            <pc:sldMk cId="75469279" sldId="256"/>
            <ac:spMk id="29" creationId="{EEF53DCD-41F0-8AE2-69CB-5E5FCECA3FDD}"/>
          </ac:spMkLst>
        </pc:spChg>
        <pc:spChg chg="add mod">
          <ac:chgData name="Tamim Jaouni" userId="5a1e722342cbadd1" providerId="LiveId" clId="{8276BCC8-02B6-48C6-8F25-7073731F431B}" dt="2025-11-08T22:26:06.526" v="2272" actId="1076"/>
          <ac:spMkLst>
            <pc:docMk/>
            <pc:sldMk cId="75469279" sldId="256"/>
            <ac:spMk id="30" creationId="{69C60526-9A6E-AE16-E1F2-8352E4C53341}"/>
          </ac:spMkLst>
        </pc:spChg>
        <pc:spChg chg="add mod">
          <ac:chgData name="Tamim Jaouni" userId="5a1e722342cbadd1" providerId="LiveId" clId="{8276BCC8-02B6-48C6-8F25-7073731F431B}" dt="2025-11-08T22:26:08.643" v="2273" actId="1076"/>
          <ac:spMkLst>
            <pc:docMk/>
            <pc:sldMk cId="75469279" sldId="256"/>
            <ac:spMk id="85" creationId="{3D8754B8-987B-FFDF-5DCE-FC80B77505CC}"/>
          </ac:spMkLst>
        </pc:spChg>
        <pc:spChg chg="add mod">
          <ac:chgData name="Tamim Jaouni" userId="5a1e722342cbadd1" providerId="LiveId" clId="{8276BCC8-02B6-48C6-8F25-7073731F431B}" dt="2025-11-08T22:26:08.643" v="2273" actId="1076"/>
          <ac:spMkLst>
            <pc:docMk/>
            <pc:sldMk cId="75469279" sldId="256"/>
            <ac:spMk id="86" creationId="{9A39BD81-5CA7-78F0-8281-06D4B00BF031}"/>
          </ac:spMkLst>
        </pc:spChg>
        <pc:spChg chg="add mod">
          <ac:chgData name="Tamim Jaouni" userId="5a1e722342cbadd1" providerId="LiveId" clId="{8276BCC8-02B6-48C6-8F25-7073731F431B}" dt="2025-11-08T22:28:05.624" v="2307" actId="20577"/>
          <ac:spMkLst>
            <pc:docMk/>
            <pc:sldMk cId="75469279" sldId="256"/>
            <ac:spMk id="89" creationId="{E7E89ABF-9C55-F3B6-580B-066D58AE9821}"/>
          </ac:spMkLst>
        </pc:spChg>
        <pc:spChg chg="add mod">
          <ac:chgData name="Tamim Jaouni" userId="5a1e722342cbadd1" providerId="LiveId" clId="{8276BCC8-02B6-48C6-8F25-7073731F431B}" dt="2025-11-08T22:27:55.531" v="2304" actId="20577"/>
          <ac:spMkLst>
            <pc:docMk/>
            <pc:sldMk cId="75469279" sldId="256"/>
            <ac:spMk id="90" creationId="{CA409DA4-0C07-7E39-5D3E-72FA6C2A9C6F}"/>
          </ac:spMkLst>
        </pc:spChg>
        <pc:grpChg chg="add mod">
          <ac:chgData name="Tamim Jaouni" userId="5a1e722342cbadd1" providerId="LiveId" clId="{8276BCC8-02B6-48C6-8F25-7073731F431B}" dt="2025-11-08T16:54:52.456" v="2240" actId="1076"/>
          <ac:grpSpMkLst>
            <pc:docMk/>
            <pc:sldMk cId="75469279" sldId="256"/>
            <ac:grpSpMk id="84" creationId="{D3844A4E-913C-E395-495A-9BE336012D22}"/>
          </ac:grpSpMkLst>
        </pc:grpChg>
        <pc:picChg chg="add mod">
          <ac:chgData name="Tamim Jaouni" userId="5a1e722342cbadd1" providerId="LiveId" clId="{8276BCC8-02B6-48C6-8F25-7073731F431B}" dt="2025-11-08T16:16:41.367" v="1430" actId="1076"/>
          <ac:picMkLst>
            <pc:docMk/>
            <pc:sldMk cId="75469279" sldId="256"/>
            <ac:picMk id="26" creationId="{2E4AC16F-CA87-1B03-6DF8-31CF31494F8C}"/>
          </ac:picMkLst>
        </pc:picChg>
        <pc:picChg chg="add mod ord">
          <ac:chgData name="Tamim Jaouni" userId="5a1e722342cbadd1" providerId="LiveId" clId="{8276BCC8-02B6-48C6-8F25-7073731F431B}" dt="2025-11-08T16:54:52.256" v="2239" actId="14100"/>
          <ac:picMkLst>
            <pc:docMk/>
            <pc:sldMk cId="75469279" sldId="256"/>
            <ac:picMk id="36" creationId="{52DA23CC-24FD-AC30-07D7-D9F8F1DDDC77}"/>
          </ac:picMkLst>
        </pc:picChg>
        <pc:cxnChg chg="add mod">
          <ac:chgData name="Tamim Jaouni" userId="5a1e722342cbadd1" providerId="LiveId" clId="{8276BCC8-02B6-48C6-8F25-7073731F431B}" dt="2025-11-08T16:22:34.255" v="1555" actId="1076"/>
          <ac:cxnSpMkLst>
            <pc:docMk/>
            <pc:sldMk cId="75469279" sldId="256"/>
            <ac:cxnSpMk id="38" creationId="{43E7C395-4AC8-4AD3-3DEF-754FDF77D032}"/>
          </ac:cxnSpMkLst>
        </pc:cxnChg>
        <pc:cxnChg chg="add mod">
          <ac:chgData name="Tamim Jaouni" userId="5a1e722342cbadd1" providerId="LiveId" clId="{8276BCC8-02B6-48C6-8F25-7073731F431B}" dt="2025-11-08T16:54:59.597" v="2241" actId="1076"/>
          <ac:cxnSpMkLst>
            <pc:docMk/>
            <pc:sldMk cId="75469279" sldId="256"/>
            <ac:cxnSpMk id="41" creationId="{1A5167AA-ECF6-5011-3A35-D2AA1FB21ADF}"/>
          </ac:cxnSpMkLst>
        </pc:cxnChg>
        <pc:cxnChg chg="add mod">
          <ac:chgData name="Tamim Jaouni" userId="5a1e722342cbadd1" providerId="LiveId" clId="{8276BCC8-02B6-48C6-8F25-7073731F431B}" dt="2025-11-08T16:22:37.175" v="1556" actId="1076"/>
          <ac:cxnSpMkLst>
            <pc:docMk/>
            <pc:sldMk cId="75469279" sldId="256"/>
            <ac:cxnSpMk id="42" creationId="{F2027F85-2BE9-D5A3-E1FF-85D6F5C0C920}"/>
          </ac:cxnSpMkLst>
        </pc:cxnChg>
        <pc:cxnChg chg="add mod">
          <ac:chgData name="Tamim Jaouni" userId="5a1e722342cbadd1" providerId="LiveId" clId="{8276BCC8-02B6-48C6-8F25-7073731F431B}" dt="2025-11-08T16:19:59.471" v="1513" actId="1076"/>
          <ac:cxnSpMkLst>
            <pc:docMk/>
            <pc:sldMk cId="75469279" sldId="256"/>
            <ac:cxnSpMk id="44" creationId="{4F34D4B3-D19A-7EE7-33A8-36036CF70493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47" creationId="{DAA91749-B005-40C7-0CA1-6F168E422648}"/>
          </ac:cxnSpMkLst>
        </pc:cxnChg>
        <pc:cxnChg chg="add mod">
          <ac:chgData name="Tamim Jaouni" userId="5a1e722342cbadd1" providerId="LiveId" clId="{8276BCC8-02B6-48C6-8F25-7073731F431B}" dt="2025-11-08T16:18:06.945" v="1459" actId="14100"/>
          <ac:cxnSpMkLst>
            <pc:docMk/>
            <pc:sldMk cId="75469279" sldId="256"/>
            <ac:cxnSpMk id="50" creationId="{18F4C290-58AE-07A8-0B44-61AF67EE8173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3" creationId="{99C74D00-C89E-66E4-0465-9DADBB47A788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5" creationId="{AC5A6522-6D0F-3819-2159-8B97E09A6CF4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6" creationId="{771717B6-16AD-CEF8-97CE-0220D9032B7B}"/>
          </ac:cxnSpMkLst>
        </pc:cxnChg>
        <pc:cxnChg chg="add mod">
          <ac:chgData name="Tamim Jaouni" userId="5a1e722342cbadd1" providerId="LiveId" clId="{8276BCC8-02B6-48C6-8F25-7073731F431B}" dt="2025-11-08T16:21:59.776" v="1546" actId="164"/>
          <ac:cxnSpMkLst>
            <pc:docMk/>
            <pc:sldMk cId="75469279" sldId="256"/>
            <ac:cxnSpMk id="58" creationId="{47ABF1D1-9D29-AE04-5580-E5AE163C2AAE}"/>
          </ac:cxnSpMkLst>
        </pc:cxnChg>
        <pc:cxnChg chg="add mod">
          <ac:chgData name="Tamim Jaouni" userId="5a1e722342cbadd1" providerId="LiveId" clId="{8276BCC8-02B6-48C6-8F25-7073731F431B}" dt="2025-11-08T16:18:58.286" v="1488" actId="14100"/>
          <ac:cxnSpMkLst>
            <pc:docMk/>
            <pc:sldMk cId="75469279" sldId="256"/>
            <ac:cxnSpMk id="63" creationId="{BF24DE4C-8B0F-0556-F7E7-6DBFA19D522F}"/>
          </ac:cxnSpMkLst>
        </pc:cxnChg>
        <pc:cxnChg chg="add mod">
          <ac:chgData name="Tamim Jaouni" userId="5a1e722342cbadd1" providerId="LiveId" clId="{8276BCC8-02B6-48C6-8F25-7073731F431B}" dt="2025-11-08T16:19:59.471" v="1513" actId="1076"/>
          <ac:cxnSpMkLst>
            <pc:docMk/>
            <pc:sldMk cId="75469279" sldId="256"/>
            <ac:cxnSpMk id="81" creationId="{EEB508F6-5A43-DAFD-F717-6102EA41A132}"/>
          </ac:cxnSpMkLst>
        </pc:cxnChg>
        <pc:cxnChg chg="add mod">
          <ac:chgData name="Tamim Jaouni" userId="5a1e722342cbadd1" providerId="LiveId" clId="{8276BCC8-02B6-48C6-8F25-7073731F431B}" dt="2025-11-08T16:19:59.471" v="1513" actId="1076"/>
          <ac:cxnSpMkLst>
            <pc:docMk/>
            <pc:sldMk cId="75469279" sldId="256"/>
            <ac:cxnSpMk id="82" creationId="{4130B7D1-62D0-7736-F4C4-16A37C9202F1}"/>
          </ac:cxnSpMkLst>
        </pc:cxnChg>
        <pc:cxnChg chg="add mod">
          <ac:chgData name="Tamim Jaouni" userId="5a1e722342cbadd1" providerId="LiveId" clId="{8276BCC8-02B6-48C6-8F25-7073731F431B}" dt="2025-11-08T16:54:52.456" v="2240" actId="1076"/>
          <ac:cxnSpMkLst>
            <pc:docMk/>
            <pc:sldMk cId="75469279" sldId="256"/>
            <ac:cxnSpMk id="87" creationId="{454747A3-D469-DE81-47A6-E0BF2356ED60}"/>
          </ac:cxnSpMkLst>
        </pc:cxnChg>
      </pc:sldChg>
      <pc:sldChg chg="addSp delSp modSp new mod setBg">
        <pc:chgData name="Tamim Jaouni" userId="5a1e722342cbadd1" providerId="LiveId" clId="{8276BCC8-02B6-48C6-8F25-7073731F431B}" dt="2025-11-12T09:49:09.996" v="3316"/>
        <pc:sldMkLst>
          <pc:docMk/>
          <pc:sldMk cId="995172110" sldId="258"/>
        </pc:sldMkLst>
        <pc:spChg chg="add del mod">
          <ac:chgData name="Tamim Jaouni" userId="5a1e722342cbadd1" providerId="LiveId" clId="{8276BCC8-02B6-48C6-8F25-7073731F431B}" dt="2025-11-09T14:44:22.209" v="3299" actId="1076"/>
          <ac:spMkLst>
            <pc:docMk/>
            <pc:sldMk cId="995172110" sldId="258"/>
            <ac:spMk id="7" creationId="{78D48E17-375F-0469-F939-86D5EF7B0E8B}"/>
          </ac:spMkLst>
        </pc:spChg>
        <pc:spChg chg="add mod">
          <ac:chgData name="Tamim Jaouni" userId="5a1e722342cbadd1" providerId="LiveId" clId="{8276BCC8-02B6-48C6-8F25-7073731F431B}" dt="2025-11-09T14:43:23.055" v="3278" actId="1076"/>
          <ac:spMkLst>
            <pc:docMk/>
            <pc:sldMk cId="995172110" sldId="258"/>
            <ac:spMk id="9" creationId="{8E950B97-89EE-5C87-C7F5-14CBF895486E}"/>
          </ac:spMkLst>
        </pc:spChg>
        <pc:graphicFrameChg chg="add del mod">
          <ac:chgData name="Tamim Jaouni" userId="5a1e722342cbadd1" providerId="LiveId" clId="{8276BCC8-02B6-48C6-8F25-7073731F431B}" dt="2025-11-12T09:48:58.879" v="3315"/>
          <ac:graphicFrameMkLst>
            <pc:docMk/>
            <pc:sldMk cId="995172110" sldId="258"/>
            <ac:graphicFrameMk id="3" creationId="{42AA033C-8261-5D95-4CF2-32152A41CF96}"/>
          </ac:graphicFrameMkLst>
        </pc:graphicFrameChg>
        <pc:graphicFrameChg chg="add mod">
          <ac:chgData name="Tamim Jaouni" userId="5a1e722342cbadd1" providerId="LiveId" clId="{8276BCC8-02B6-48C6-8F25-7073731F431B}" dt="2025-11-12T09:49:09.996" v="3316"/>
          <ac:graphicFrameMkLst>
            <pc:docMk/>
            <pc:sldMk cId="995172110" sldId="258"/>
            <ac:graphicFrameMk id="5" creationId="{9F9CA4DD-8E7E-7EB9-FE24-E90913E39059}"/>
          </ac:graphicFrameMkLst>
        </pc:graphicFrameChg>
        <pc:cxnChg chg="add mod">
          <ac:chgData name="Tamim Jaouni" userId="5a1e722342cbadd1" providerId="LiveId" clId="{8276BCC8-02B6-48C6-8F25-7073731F431B}" dt="2025-11-09T14:43:42.999" v="3286" actId="14100"/>
          <ac:cxnSpMkLst>
            <pc:docMk/>
            <pc:sldMk cId="995172110" sldId="258"/>
            <ac:cxnSpMk id="11" creationId="{8BD95DA2-53A5-2905-494D-E377D1F3984B}"/>
          </ac:cxnSpMkLst>
        </pc:cxnChg>
      </pc:sldChg>
      <pc:sldChg chg="addSp delSp modSp new mod ord setBg">
        <pc:chgData name="Tamim Jaouni" userId="5a1e722342cbadd1" providerId="LiveId" clId="{8276BCC8-02B6-48C6-8F25-7073731F431B}" dt="2025-11-12T09:48:36.555" v="3310" actId="692"/>
        <pc:sldMkLst>
          <pc:docMk/>
          <pc:sldMk cId="2233453190" sldId="260"/>
        </pc:sldMkLst>
        <pc:spChg chg="add mod">
          <ac:chgData name="Tamim Jaouni" userId="5a1e722342cbadd1" providerId="LiveId" clId="{8276BCC8-02B6-48C6-8F25-7073731F431B}" dt="2025-11-09T14:39:48.165" v="3262" actId="20577"/>
          <ac:spMkLst>
            <pc:docMk/>
            <pc:sldMk cId="2233453190" sldId="260"/>
            <ac:spMk id="15" creationId="{AB3810B2-E399-8373-F7E6-DBF9D7200067}"/>
          </ac:spMkLst>
        </pc:spChg>
        <pc:spChg chg="add mod">
          <ac:chgData name="Tamim Jaouni" userId="5a1e722342cbadd1" providerId="LiveId" clId="{8276BCC8-02B6-48C6-8F25-7073731F431B}" dt="2025-11-09T14:35:00.367" v="3195" actId="164"/>
          <ac:spMkLst>
            <pc:docMk/>
            <pc:sldMk cId="2233453190" sldId="260"/>
            <ac:spMk id="22" creationId="{1E1D9264-2643-0422-48A7-76DAE830247B}"/>
          </ac:spMkLst>
        </pc:spChg>
        <pc:spChg chg="add mod">
          <ac:chgData name="Tamim Jaouni" userId="5a1e722342cbadd1" providerId="LiveId" clId="{8276BCC8-02B6-48C6-8F25-7073731F431B}" dt="2025-11-09T14:35:00.367" v="3195" actId="164"/>
          <ac:spMkLst>
            <pc:docMk/>
            <pc:sldMk cId="2233453190" sldId="260"/>
            <ac:spMk id="23" creationId="{AF4F04B0-0BEB-DF3E-9CCB-6B83C7B71786}"/>
          </ac:spMkLst>
        </pc:spChg>
        <pc:spChg chg="add mod ord">
          <ac:chgData name="Tamim Jaouni" userId="5a1e722342cbadd1" providerId="LiveId" clId="{8276BCC8-02B6-48C6-8F25-7073731F431B}" dt="2025-11-09T14:37:49.722" v="3242" actId="2085"/>
          <ac:spMkLst>
            <pc:docMk/>
            <pc:sldMk cId="2233453190" sldId="260"/>
            <ac:spMk id="27" creationId="{A29707CD-0F68-E892-1355-90BA49584029}"/>
          </ac:spMkLst>
        </pc:spChg>
        <pc:grpChg chg="add mod">
          <ac:chgData name="Tamim Jaouni" userId="5a1e722342cbadd1" providerId="LiveId" clId="{8276BCC8-02B6-48C6-8F25-7073731F431B}" dt="2025-11-09T14:37:01.890" v="3235" actId="1076"/>
          <ac:grpSpMkLst>
            <pc:docMk/>
            <pc:sldMk cId="2233453190" sldId="260"/>
            <ac:grpSpMk id="24" creationId="{540E78D1-A1A5-2560-A86E-5FD63B73BCFA}"/>
          </ac:grpSpMkLst>
        </pc:grpChg>
        <pc:graphicFrameChg chg="add mod">
          <ac:chgData name="Tamim Jaouni" userId="5a1e722342cbadd1" providerId="LiveId" clId="{8276BCC8-02B6-48C6-8F25-7073731F431B}" dt="2025-11-12T09:48:36.555" v="3310" actId="692"/>
          <ac:graphicFrameMkLst>
            <pc:docMk/>
            <pc:sldMk cId="2233453190" sldId="260"/>
            <ac:graphicFrameMk id="16" creationId="{9F4C12E4-3A25-0DC7-6FE8-EC1D411E8A3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Wind_Onshore/appended_wind-onshore-day-ahead-forecast%20(training_data)/appended_wind-onshore_comple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Wind_Onshore/appended_wind-onshore-day-ahead-forecast%20(training_data)/appended_wind-onshore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Wind_Onshore/appended_wind-onshore-day-ahead-forecast%20(training_data)/appended_wind-onshore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spc="0" baseline="0" dirty="0">
                <a:solidFill>
                  <a:schemeClr val="tx1"/>
                </a:solidFill>
              </a:rPr>
              <a:t>Average Daily Forecasted Wind Energy Generation (GW) in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combined_pivot_table!$P$45</c:f>
              <c:strCache>
                <c:ptCount val="1"/>
                <c:pt idx="0">
                  <c:v>Wind Offshore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combined_pivot_table!$O$46:$O$411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  <c:pt idx="31">
                  <c:v>45323</c:v>
                </c:pt>
                <c:pt idx="32">
                  <c:v>45324</c:v>
                </c:pt>
                <c:pt idx="33">
                  <c:v>45325</c:v>
                </c:pt>
                <c:pt idx="34">
                  <c:v>45326</c:v>
                </c:pt>
                <c:pt idx="35">
                  <c:v>45327</c:v>
                </c:pt>
                <c:pt idx="36">
                  <c:v>45328</c:v>
                </c:pt>
                <c:pt idx="37">
                  <c:v>45329</c:v>
                </c:pt>
                <c:pt idx="38">
                  <c:v>45330</c:v>
                </c:pt>
                <c:pt idx="39">
                  <c:v>45331</c:v>
                </c:pt>
                <c:pt idx="40">
                  <c:v>45332</c:v>
                </c:pt>
                <c:pt idx="41">
                  <c:v>45333</c:v>
                </c:pt>
                <c:pt idx="42">
                  <c:v>45334</c:v>
                </c:pt>
                <c:pt idx="43">
                  <c:v>45335</c:v>
                </c:pt>
                <c:pt idx="44">
                  <c:v>45336</c:v>
                </c:pt>
                <c:pt idx="45">
                  <c:v>45337</c:v>
                </c:pt>
                <c:pt idx="46">
                  <c:v>45338</c:v>
                </c:pt>
                <c:pt idx="47">
                  <c:v>45339</c:v>
                </c:pt>
                <c:pt idx="48">
                  <c:v>45340</c:v>
                </c:pt>
                <c:pt idx="49">
                  <c:v>45341</c:v>
                </c:pt>
                <c:pt idx="50">
                  <c:v>45342</c:v>
                </c:pt>
                <c:pt idx="51">
                  <c:v>45343</c:v>
                </c:pt>
                <c:pt idx="52">
                  <c:v>45344</c:v>
                </c:pt>
                <c:pt idx="53">
                  <c:v>45345</c:v>
                </c:pt>
                <c:pt idx="54">
                  <c:v>45346</c:v>
                </c:pt>
                <c:pt idx="55">
                  <c:v>45347</c:v>
                </c:pt>
                <c:pt idx="56">
                  <c:v>45348</c:v>
                </c:pt>
                <c:pt idx="57">
                  <c:v>45349</c:v>
                </c:pt>
                <c:pt idx="58">
                  <c:v>45350</c:v>
                </c:pt>
                <c:pt idx="59">
                  <c:v>45351</c:v>
                </c:pt>
                <c:pt idx="60">
                  <c:v>45352</c:v>
                </c:pt>
                <c:pt idx="61">
                  <c:v>45353</c:v>
                </c:pt>
                <c:pt idx="62">
                  <c:v>45354</c:v>
                </c:pt>
                <c:pt idx="63">
                  <c:v>45355</c:v>
                </c:pt>
                <c:pt idx="64">
                  <c:v>45356</c:v>
                </c:pt>
                <c:pt idx="65">
                  <c:v>45357</c:v>
                </c:pt>
                <c:pt idx="66">
                  <c:v>45358</c:v>
                </c:pt>
                <c:pt idx="67">
                  <c:v>45359</c:v>
                </c:pt>
                <c:pt idx="68">
                  <c:v>45360</c:v>
                </c:pt>
                <c:pt idx="69">
                  <c:v>45361</c:v>
                </c:pt>
                <c:pt idx="70">
                  <c:v>45362</c:v>
                </c:pt>
                <c:pt idx="71">
                  <c:v>45363</c:v>
                </c:pt>
                <c:pt idx="72">
                  <c:v>45364</c:v>
                </c:pt>
                <c:pt idx="73">
                  <c:v>45365</c:v>
                </c:pt>
                <c:pt idx="74">
                  <c:v>45366</c:v>
                </c:pt>
                <c:pt idx="75">
                  <c:v>45367</c:v>
                </c:pt>
                <c:pt idx="76">
                  <c:v>45368</c:v>
                </c:pt>
                <c:pt idx="77">
                  <c:v>45369</c:v>
                </c:pt>
                <c:pt idx="78">
                  <c:v>45370</c:v>
                </c:pt>
                <c:pt idx="79">
                  <c:v>45371</c:v>
                </c:pt>
                <c:pt idx="80">
                  <c:v>45372</c:v>
                </c:pt>
                <c:pt idx="81">
                  <c:v>45373</c:v>
                </c:pt>
                <c:pt idx="82">
                  <c:v>45374</c:v>
                </c:pt>
                <c:pt idx="83">
                  <c:v>45375</c:v>
                </c:pt>
                <c:pt idx="84">
                  <c:v>45376</c:v>
                </c:pt>
                <c:pt idx="85">
                  <c:v>45377</c:v>
                </c:pt>
                <c:pt idx="86">
                  <c:v>45378</c:v>
                </c:pt>
                <c:pt idx="87">
                  <c:v>45379</c:v>
                </c:pt>
                <c:pt idx="88">
                  <c:v>45380</c:v>
                </c:pt>
                <c:pt idx="89">
                  <c:v>45381</c:v>
                </c:pt>
                <c:pt idx="90">
                  <c:v>45382</c:v>
                </c:pt>
                <c:pt idx="91">
                  <c:v>45383</c:v>
                </c:pt>
                <c:pt idx="92">
                  <c:v>45384</c:v>
                </c:pt>
                <c:pt idx="93">
                  <c:v>45385</c:v>
                </c:pt>
                <c:pt idx="94">
                  <c:v>45386</c:v>
                </c:pt>
                <c:pt idx="95">
                  <c:v>45387</c:v>
                </c:pt>
                <c:pt idx="96">
                  <c:v>45388</c:v>
                </c:pt>
                <c:pt idx="97">
                  <c:v>45389</c:v>
                </c:pt>
                <c:pt idx="98">
                  <c:v>45390</c:v>
                </c:pt>
                <c:pt idx="99">
                  <c:v>45391</c:v>
                </c:pt>
                <c:pt idx="100">
                  <c:v>45392</c:v>
                </c:pt>
                <c:pt idx="101">
                  <c:v>45393</c:v>
                </c:pt>
                <c:pt idx="102">
                  <c:v>45394</c:v>
                </c:pt>
                <c:pt idx="103">
                  <c:v>45395</c:v>
                </c:pt>
                <c:pt idx="104">
                  <c:v>45396</c:v>
                </c:pt>
                <c:pt idx="105">
                  <c:v>45397</c:v>
                </c:pt>
                <c:pt idx="106">
                  <c:v>45398</c:v>
                </c:pt>
                <c:pt idx="107">
                  <c:v>45399</c:v>
                </c:pt>
                <c:pt idx="108">
                  <c:v>45400</c:v>
                </c:pt>
                <c:pt idx="109">
                  <c:v>45401</c:v>
                </c:pt>
                <c:pt idx="110">
                  <c:v>45402</c:v>
                </c:pt>
                <c:pt idx="111">
                  <c:v>45403</c:v>
                </c:pt>
                <c:pt idx="112">
                  <c:v>45404</c:v>
                </c:pt>
                <c:pt idx="113">
                  <c:v>45405</c:v>
                </c:pt>
                <c:pt idx="114">
                  <c:v>45406</c:v>
                </c:pt>
                <c:pt idx="115">
                  <c:v>45407</c:v>
                </c:pt>
                <c:pt idx="116">
                  <c:v>45408</c:v>
                </c:pt>
                <c:pt idx="117">
                  <c:v>45409</c:v>
                </c:pt>
                <c:pt idx="118">
                  <c:v>45410</c:v>
                </c:pt>
                <c:pt idx="119">
                  <c:v>45411</c:v>
                </c:pt>
                <c:pt idx="120">
                  <c:v>45412</c:v>
                </c:pt>
                <c:pt idx="121">
                  <c:v>45413</c:v>
                </c:pt>
                <c:pt idx="122">
                  <c:v>45414</c:v>
                </c:pt>
                <c:pt idx="123">
                  <c:v>45415</c:v>
                </c:pt>
                <c:pt idx="124">
                  <c:v>45416</c:v>
                </c:pt>
                <c:pt idx="125">
                  <c:v>45417</c:v>
                </c:pt>
                <c:pt idx="126">
                  <c:v>45418</c:v>
                </c:pt>
                <c:pt idx="127">
                  <c:v>45419</c:v>
                </c:pt>
                <c:pt idx="128">
                  <c:v>45420</c:v>
                </c:pt>
                <c:pt idx="129">
                  <c:v>45421</c:v>
                </c:pt>
                <c:pt idx="130">
                  <c:v>45422</c:v>
                </c:pt>
                <c:pt idx="131">
                  <c:v>45423</c:v>
                </c:pt>
                <c:pt idx="132">
                  <c:v>45424</c:v>
                </c:pt>
                <c:pt idx="133">
                  <c:v>45425</c:v>
                </c:pt>
                <c:pt idx="134">
                  <c:v>45426</c:v>
                </c:pt>
                <c:pt idx="135">
                  <c:v>45427</c:v>
                </c:pt>
                <c:pt idx="136">
                  <c:v>45428</c:v>
                </c:pt>
                <c:pt idx="137">
                  <c:v>45429</c:v>
                </c:pt>
                <c:pt idx="138">
                  <c:v>45430</c:v>
                </c:pt>
                <c:pt idx="139">
                  <c:v>45431</c:v>
                </c:pt>
                <c:pt idx="140">
                  <c:v>45432</c:v>
                </c:pt>
                <c:pt idx="141">
                  <c:v>45433</c:v>
                </c:pt>
                <c:pt idx="142">
                  <c:v>45434</c:v>
                </c:pt>
                <c:pt idx="143">
                  <c:v>45435</c:v>
                </c:pt>
                <c:pt idx="144">
                  <c:v>45436</c:v>
                </c:pt>
                <c:pt idx="145">
                  <c:v>45437</c:v>
                </c:pt>
                <c:pt idx="146">
                  <c:v>45438</c:v>
                </c:pt>
                <c:pt idx="147">
                  <c:v>45439</c:v>
                </c:pt>
                <c:pt idx="148">
                  <c:v>45440</c:v>
                </c:pt>
                <c:pt idx="149">
                  <c:v>45441</c:v>
                </c:pt>
                <c:pt idx="150">
                  <c:v>45442</c:v>
                </c:pt>
                <c:pt idx="151">
                  <c:v>45443</c:v>
                </c:pt>
                <c:pt idx="152">
                  <c:v>45444</c:v>
                </c:pt>
                <c:pt idx="153">
                  <c:v>45445</c:v>
                </c:pt>
                <c:pt idx="154">
                  <c:v>45446</c:v>
                </c:pt>
                <c:pt idx="155">
                  <c:v>45447</c:v>
                </c:pt>
                <c:pt idx="156">
                  <c:v>45448</c:v>
                </c:pt>
                <c:pt idx="157">
                  <c:v>45449</c:v>
                </c:pt>
                <c:pt idx="158">
                  <c:v>45450</c:v>
                </c:pt>
                <c:pt idx="159">
                  <c:v>45451</c:v>
                </c:pt>
                <c:pt idx="160">
                  <c:v>45452</c:v>
                </c:pt>
                <c:pt idx="161">
                  <c:v>45453</c:v>
                </c:pt>
                <c:pt idx="162">
                  <c:v>45454</c:v>
                </c:pt>
                <c:pt idx="163">
                  <c:v>45455</c:v>
                </c:pt>
                <c:pt idx="164">
                  <c:v>45456</c:v>
                </c:pt>
                <c:pt idx="165">
                  <c:v>45457</c:v>
                </c:pt>
                <c:pt idx="166">
                  <c:v>45458</c:v>
                </c:pt>
                <c:pt idx="167">
                  <c:v>45459</c:v>
                </c:pt>
                <c:pt idx="168">
                  <c:v>45460</c:v>
                </c:pt>
                <c:pt idx="169">
                  <c:v>45461</c:v>
                </c:pt>
                <c:pt idx="170">
                  <c:v>45462</c:v>
                </c:pt>
                <c:pt idx="171">
                  <c:v>45463</c:v>
                </c:pt>
                <c:pt idx="172">
                  <c:v>45464</c:v>
                </c:pt>
                <c:pt idx="173">
                  <c:v>45465</c:v>
                </c:pt>
                <c:pt idx="174">
                  <c:v>45466</c:v>
                </c:pt>
                <c:pt idx="175">
                  <c:v>45467</c:v>
                </c:pt>
                <c:pt idx="176">
                  <c:v>45468</c:v>
                </c:pt>
                <c:pt idx="177">
                  <c:v>45469</c:v>
                </c:pt>
                <c:pt idx="178">
                  <c:v>45470</c:v>
                </c:pt>
                <c:pt idx="179">
                  <c:v>45471</c:v>
                </c:pt>
                <c:pt idx="180">
                  <c:v>45472</c:v>
                </c:pt>
                <c:pt idx="181">
                  <c:v>45473</c:v>
                </c:pt>
                <c:pt idx="182">
                  <c:v>45474</c:v>
                </c:pt>
                <c:pt idx="183">
                  <c:v>45475</c:v>
                </c:pt>
                <c:pt idx="184">
                  <c:v>45476</c:v>
                </c:pt>
                <c:pt idx="185">
                  <c:v>45477</c:v>
                </c:pt>
                <c:pt idx="186">
                  <c:v>45478</c:v>
                </c:pt>
                <c:pt idx="187">
                  <c:v>45479</c:v>
                </c:pt>
                <c:pt idx="188">
                  <c:v>45480</c:v>
                </c:pt>
                <c:pt idx="189">
                  <c:v>45481</c:v>
                </c:pt>
                <c:pt idx="190">
                  <c:v>45482</c:v>
                </c:pt>
                <c:pt idx="191">
                  <c:v>45483</c:v>
                </c:pt>
                <c:pt idx="192">
                  <c:v>45484</c:v>
                </c:pt>
                <c:pt idx="193">
                  <c:v>45485</c:v>
                </c:pt>
                <c:pt idx="194">
                  <c:v>45486</c:v>
                </c:pt>
                <c:pt idx="195">
                  <c:v>45487</c:v>
                </c:pt>
                <c:pt idx="196">
                  <c:v>45488</c:v>
                </c:pt>
                <c:pt idx="197">
                  <c:v>45489</c:v>
                </c:pt>
                <c:pt idx="198">
                  <c:v>45490</c:v>
                </c:pt>
                <c:pt idx="199">
                  <c:v>45491</c:v>
                </c:pt>
                <c:pt idx="200">
                  <c:v>45492</c:v>
                </c:pt>
                <c:pt idx="201">
                  <c:v>45493</c:v>
                </c:pt>
                <c:pt idx="202">
                  <c:v>45494</c:v>
                </c:pt>
                <c:pt idx="203">
                  <c:v>45495</c:v>
                </c:pt>
                <c:pt idx="204">
                  <c:v>45496</c:v>
                </c:pt>
                <c:pt idx="205">
                  <c:v>45497</c:v>
                </c:pt>
                <c:pt idx="206">
                  <c:v>45498</c:v>
                </c:pt>
                <c:pt idx="207">
                  <c:v>45499</c:v>
                </c:pt>
                <c:pt idx="208">
                  <c:v>45500</c:v>
                </c:pt>
                <c:pt idx="209">
                  <c:v>45501</c:v>
                </c:pt>
                <c:pt idx="210">
                  <c:v>45502</c:v>
                </c:pt>
                <c:pt idx="211">
                  <c:v>45503</c:v>
                </c:pt>
                <c:pt idx="212">
                  <c:v>45504</c:v>
                </c:pt>
                <c:pt idx="213">
                  <c:v>45505</c:v>
                </c:pt>
                <c:pt idx="214">
                  <c:v>45506</c:v>
                </c:pt>
                <c:pt idx="215">
                  <c:v>45507</c:v>
                </c:pt>
                <c:pt idx="216">
                  <c:v>45508</c:v>
                </c:pt>
                <c:pt idx="217">
                  <c:v>45509</c:v>
                </c:pt>
                <c:pt idx="218">
                  <c:v>45510</c:v>
                </c:pt>
                <c:pt idx="219">
                  <c:v>45511</c:v>
                </c:pt>
                <c:pt idx="220">
                  <c:v>45512</c:v>
                </c:pt>
                <c:pt idx="221">
                  <c:v>45513</c:v>
                </c:pt>
                <c:pt idx="222">
                  <c:v>45514</c:v>
                </c:pt>
                <c:pt idx="223">
                  <c:v>45515</c:v>
                </c:pt>
                <c:pt idx="224">
                  <c:v>45516</c:v>
                </c:pt>
                <c:pt idx="225">
                  <c:v>45517</c:v>
                </c:pt>
                <c:pt idx="226">
                  <c:v>45518</c:v>
                </c:pt>
                <c:pt idx="227">
                  <c:v>45519</c:v>
                </c:pt>
                <c:pt idx="228">
                  <c:v>45520</c:v>
                </c:pt>
                <c:pt idx="229">
                  <c:v>45521</c:v>
                </c:pt>
                <c:pt idx="230">
                  <c:v>45522</c:v>
                </c:pt>
                <c:pt idx="231">
                  <c:v>45523</c:v>
                </c:pt>
                <c:pt idx="232">
                  <c:v>45524</c:v>
                </c:pt>
                <c:pt idx="233">
                  <c:v>45525</c:v>
                </c:pt>
                <c:pt idx="234">
                  <c:v>45526</c:v>
                </c:pt>
                <c:pt idx="235">
                  <c:v>45527</c:v>
                </c:pt>
                <c:pt idx="236">
                  <c:v>45528</c:v>
                </c:pt>
                <c:pt idx="237">
                  <c:v>45529</c:v>
                </c:pt>
                <c:pt idx="238">
                  <c:v>45530</c:v>
                </c:pt>
                <c:pt idx="239">
                  <c:v>45531</c:v>
                </c:pt>
                <c:pt idx="240">
                  <c:v>45532</c:v>
                </c:pt>
                <c:pt idx="241">
                  <c:v>45533</c:v>
                </c:pt>
                <c:pt idx="242">
                  <c:v>45534</c:v>
                </c:pt>
                <c:pt idx="243">
                  <c:v>45535</c:v>
                </c:pt>
                <c:pt idx="244">
                  <c:v>45536</c:v>
                </c:pt>
                <c:pt idx="245">
                  <c:v>45537</c:v>
                </c:pt>
                <c:pt idx="246">
                  <c:v>45538</c:v>
                </c:pt>
                <c:pt idx="247">
                  <c:v>45539</c:v>
                </c:pt>
                <c:pt idx="248">
                  <c:v>45540</c:v>
                </c:pt>
                <c:pt idx="249">
                  <c:v>45541</c:v>
                </c:pt>
                <c:pt idx="250">
                  <c:v>45542</c:v>
                </c:pt>
                <c:pt idx="251">
                  <c:v>45543</c:v>
                </c:pt>
                <c:pt idx="252">
                  <c:v>45544</c:v>
                </c:pt>
                <c:pt idx="253">
                  <c:v>45545</c:v>
                </c:pt>
                <c:pt idx="254">
                  <c:v>45546</c:v>
                </c:pt>
                <c:pt idx="255">
                  <c:v>45547</c:v>
                </c:pt>
                <c:pt idx="256">
                  <c:v>45548</c:v>
                </c:pt>
                <c:pt idx="257">
                  <c:v>45549</c:v>
                </c:pt>
                <c:pt idx="258">
                  <c:v>45550</c:v>
                </c:pt>
                <c:pt idx="259">
                  <c:v>45551</c:v>
                </c:pt>
                <c:pt idx="260">
                  <c:v>45552</c:v>
                </c:pt>
                <c:pt idx="261">
                  <c:v>45553</c:v>
                </c:pt>
                <c:pt idx="262">
                  <c:v>45554</c:v>
                </c:pt>
                <c:pt idx="263">
                  <c:v>45555</c:v>
                </c:pt>
                <c:pt idx="264">
                  <c:v>45556</c:v>
                </c:pt>
                <c:pt idx="265">
                  <c:v>45557</c:v>
                </c:pt>
                <c:pt idx="266">
                  <c:v>45558</c:v>
                </c:pt>
                <c:pt idx="267">
                  <c:v>45559</c:v>
                </c:pt>
                <c:pt idx="268">
                  <c:v>45560</c:v>
                </c:pt>
                <c:pt idx="269">
                  <c:v>45561</c:v>
                </c:pt>
                <c:pt idx="270">
                  <c:v>45562</c:v>
                </c:pt>
                <c:pt idx="271">
                  <c:v>45563</c:v>
                </c:pt>
                <c:pt idx="272">
                  <c:v>45564</c:v>
                </c:pt>
                <c:pt idx="273">
                  <c:v>45565</c:v>
                </c:pt>
                <c:pt idx="274">
                  <c:v>45566</c:v>
                </c:pt>
                <c:pt idx="275">
                  <c:v>45567</c:v>
                </c:pt>
                <c:pt idx="276">
                  <c:v>45568</c:v>
                </c:pt>
                <c:pt idx="277">
                  <c:v>45569</c:v>
                </c:pt>
                <c:pt idx="278">
                  <c:v>45570</c:v>
                </c:pt>
                <c:pt idx="279">
                  <c:v>45571</c:v>
                </c:pt>
                <c:pt idx="280">
                  <c:v>45572</c:v>
                </c:pt>
                <c:pt idx="281">
                  <c:v>45573</c:v>
                </c:pt>
                <c:pt idx="282">
                  <c:v>45574</c:v>
                </c:pt>
                <c:pt idx="283">
                  <c:v>45575</c:v>
                </c:pt>
                <c:pt idx="284">
                  <c:v>45576</c:v>
                </c:pt>
                <c:pt idx="285">
                  <c:v>45577</c:v>
                </c:pt>
                <c:pt idx="286">
                  <c:v>45578</c:v>
                </c:pt>
                <c:pt idx="287">
                  <c:v>45579</c:v>
                </c:pt>
                <c:pt idx="288">
                  <c:v>45580</c:v>
                </c:pt>
                <c:pt idx="289">
                  <c:v>45581</c:v>
                </c:pt>
                <c:pt idx="290">
                  <c:v>45582</c:v>
                </c:pt>
                <c:pt idx="291">
                  <c:v>45583</c:v>
                </c:pt>
                <c:pt idx="292">
                  <c:v>45584</c:v>
                </c:pt>
                <c:pt idx="293">
                  <c:v>45585</c:v>
                </c:pt>
                <c:pt idx="294">
                  <c:v>45586</c:v>
                </c:pt>
                <c:pt idx="295">
                  <c:v>45587</c:v>
                </c:pt>
                <c:pt idx="296">
                  <c:v>45588</c:v>
                </c:pt>
                <c:pt idx="297">
                  <c:v>45589</c:v>
                </c:pt>
                <c:pt idx="298">
                  <c:v>45590</c:v>
                </c:pt>
                <c:pt idx="299">
                  <c:v>45591</c:v>
                </c:pt>
                <c:pt idx="300">
                  <c:v>45592</c:v>
                </c:pt>
                <c:pt idx="301">
                  <c:v>45593</c:v>
                </c:pt>
                <c:pt idx="302">
                  <c:v>45594</c:v>
                </c:pt>
                <c:pt idx="303">
                  <c:v>45595</c:v>
                </c:pt>
                <c:pt idx="304">
                  <c:v>45596</c:v>
                </c:pt>
                <c:pt idx="305">
                  <c:v>45597</c:v>
                </c:pt>
                <c:pt idx="306">
                  <c:v>45598</c:v>
                </c:pt>
                <c:pt idx="307">
                  <c:v>45599</c:v>
                </c:pt>
                <c:pt idx="308">
                  <c:v>45600</c:v>
                </c:pt>
                <c:pt idx="309">
                  <c:v>45601</c:v>
                </c:pt>
                <c:pt idx="310">
                  <c:v>45602</c:v>
                </c:pt>
                <c:pt idx="311">
                  <c:v>45603</c:v>
                </c:pt>
                <c:pt idx="312">
                  <c:v>45604</c:v>
                </c:pt>
                <c:pt idx="313">
                  <c:v>45605</c:v>
                </c:pt>
                <c:pt idx="314">
                  <c:v>45606</c:v>
                </c:pt>
                <c:pt idx="315">
                  <c:v>45607</c:v>
                </c:pt>
                <c:pt idx="316">
                  <c:v>45608</c:v>
                </c:pt>
                <c:pt idx="317">
                  <c:v>45609</c:v>
                </c:pt>
                <c:pt idx="318">
                  <c:v>45610</c:v>
                </c:pt>
                <c:pt idx="319">
                  <c:v>45611</c:v>
                </c:pt>
                <c:pt idx="320">
                  <c:v>45612</c:v>
                </c:pt>
                <c:pt idx="321">
                  <c:v>45613</c:v>
                </c:pt>
                <c:pt idx="322">
                  <c:v>45614</c:v>
                </c:pt>
                <c:pt idx="323">
                  <c:v>45615</c:v>
                </c:pt>
                <c:pt idx="324">
                  <c:v>45616</c:v>
                </c:pt>
                <c:pt idx="325">
                  <c:v>45617</c:v>
                </c:pt>
                <c:pt idx="326">
                  <c:v>45618</c:v>
                </c:pt>
                <c:pt idx="327">
                  <c:v>45619</c:v>
                </c:pt>
                <c:pt idx="328">
                  <c:v>45620</c:v>
                </c:pt>
                <c:pt idx="329">
                  <c:v>45621</c:v>
                </c:pt>
                <c:pt idx="330">
                  <c:v>45622</c:v>
                </c:pt>
                <c:pt idx="331">
                  <c:v>45623</c:v>
                </c:pt>
                <c:pt idx="332">
                  <c:v>45624</c:v>
                </c:pt>
                <c:pt idx="333">
                  <c:v>45625</c:v>
                </c:pt>
                <c:pt idx="334">
                  <c:v>45626</c:v>
                </c:pt>
                <c:pt idx="335">
                  <c:v>45627</c:v>
                </c:pt>
                <c:pt idx="336">
                  <c:v>45628</c:v>
                </c:pt>
                <c:pt idx="337">
                  <c:v>45629</c:v>
                </c:pt>
                <c:pt idx="338">
                  <c:v>45630</c:v>
                </c:pt>
                <c:pt idx="339">
                  <c:v>45631</c:v>
                </c:pt>
                <c:pt idx="340">
                  <c:v>45632</c:v>
                </c:pt>
                <c:pt idx="341">
                  <c:v>45633</c:v>
                </c:pt>
                <c:pt idx="342">
                  <c:v>45634</c:v>
                </c:pt>
                <c:pt idx="343">
                  <c:v>45635</c:v>
                </c:pt>
                <c:pt idx="344">
                  <c:v>45636</c:v>
                </c:pt>
                <c:pt idx="345">
                  <c:v>45637</c:v>
                </c:pt>
                <c:pt idx="346">
                  <c:v>45638</c:v>
                </c:pt>
                <c:pt idx="347">
                  <c:v>45639</c:v>
                </c:pt>
                <c:pt idx="348">
                  <c:v>45640</c:v>
                </c:pt>
                <c:pt idx="349">
                  <c:v>45641</c:v>
                </c:pt>
                <c:pt idx="350">
                  <c:v>45642</c:v>
                </c:pt>
                <c:pt idx="351">
                  <c:v>45643</c:v>
                </c:pt>
                <c:pt idx="352">
                  <c:v>45644</c:v>
                </c:pt>
                <c:pt idx="353">
                  <c:v>45645</c:v>
                </c:pt>
                <c:pt idx="354">
                  <c:v>45646</c:v>
                </c:pt>
                <c:pt idx="355">
                  <c:v>45647</c:v>
                </c:pt>
                <c:pt idx="356">
                  <c:v>45648</c:v>
                </c:pt>
                <c:pt idx="357">
                  <c:v>45649</c:v>
                </c:pt>
                <c:pt idx="358">
                  <c:v>45650</c:v>
                </c:pt>
                <c:pt idx="359">
                  <c:v>45651</c:v>
                </c:pt>
                <c:pt idx="360">
                  <c:v>45652</c:v>
                </c:pt>
                <c:pt idx="361">
                  <c:v>45653</c:v>
                </c:pt>
                <c:pt idx="362">
                  <c:v>45654</c:v>
                </c:pt>
                <c:pt idx="363">
                  <c:v>45655</c:v>
                </c:pt>
                <c:pt idx="364">
                  <c:v>45656</c:v>
                </c:pt>
                <c:pt idx="365">
                  <c:v>45657</c:v>
                </c:pt>
              </c:numCache>
            </c:numRef>
          </c:cat>
          <c:val>
            <c:numRef>
              <c:f>combined_pivot_table!$P$46:$P$411</c:f>
              <c:numCache>
                <c:formatCode>General</c:formatCode>
                <c:ptCount val="366"/>
                <c:pt idx="0">
                  <c:v>4.3683874999999999</c:v>
                </c:pt>
                <c:pt idx="1">
                  <c:v>5.0384760416666667</c:v>
                </c:pt>
                <c:pt idx="2">
                  <c:v>4.0401989583333329</c:v>
                </c:pt>
                <c:pt idx="3">
                  <c:v>2.0135479166666665</c:v>
                </c:pt>
                <c:pt idx="4">
                  <c:v>3.7624854166666677</c:v>
                </c:pt>
                <c:pt idx="5">
                  <c:v>3.7225374999999983</c:v>
                </c:pt>
                <c:pt idx="6">
                  <c:v>1.6816791666666666</c:v>
                </c:pt>
                <c:pt idx="7">
                  <c:v>0.48407708333333316</c:v>
                </c:pt>
                <c:pt idx="8">
                  <c:v>3.2035447916666668</c:v>
                </c:pt>
                <c:pt idx="9">
                  <c:v>5.3821291666666662</c:v>
                </c:pt>
                <c:pt idx="10">
                  <c:v>4.8959458333333323</c:v>
                </c:pt>
                <c:pt idx="11">
                  <c:v>3.2840843749999991</c:v>
                </c:pt>
                <c:pt idx="12">
                  <c:v>5.1632010416666683</c:v>
                </c:pt>
                <c:pt idx="13">
                  <c:v>5.4424916666666663</c:v>
                </c:pt>
                <c:pt idx="14">
                  <c:v>5.0666875000000013</c:v>
                </c:pt>
                <c:pt idx="15">
                  <c:v>3.8718583333333352</c:v>
                </c:pt>
                <c:pt idx="16">
                  <c:v>3.1671843749999988</c:v>
                </c:pt>
                <c:pt idx="17">
                  <c:v>3.0449114583333317</c:v>
                </c:pt>
                <c:pt idx="18">
                  <c:v>5.4583895833333367</c:v>
                </c:pt>
                <c:pt idx="19">
                  <c:v>5.4767395833333312</c:v>
                </c:pt>
                <c:pt idx="20">
                  <c:v>5.5731093750000005</c:v>
                </c:pt>
                <c:pt idx="21">
                  <c:v>4.2361968749999983</c:v>
                </c:pt>
                <c:pt idx="22">
                  <c:v>5.0766229166666683</c:v>
                </c:pt>
                <c:pt idx="23">
                  <c:v>4.13118125</c:v>
                </c:pt>
                <c:pt idx="24">
                  <c:v>3.4894687499999995</c:v>
                </c:pt>
                <c:pt idx="25">
                  <c:v>4.8089562500000023</c:v>
                </c:pt>
                <c:pt idx="26">
                  <c:v>4.8630208333333327</c:v>
                </c:pt>
                <c:pt idx="27">
                  <c:v>4.7115093750000003</c:v>
                </c:pt>
                <c:pt idx="28">
                  <c:v>3.1017177083333349</c:v>
                </c:pt>
                <c:pt idx="29">
                  <c:v>4.3459270833333337</c:v>
                </c:pt>
                <c:pt idx="30">
                  <c:v>5.1946114583333332</c:v>
                </c:pt>
                <c:pt idx="31">
                  <c:v>4.375371874999999</c:v>
                </c:pt>
                <c:pt idx="32">
                  <c:v>5.1069437500000019</c:v>
                </c:pt>
                <c:pt idx="33">
                  <c:v>3.7967041666666663</c:v>
                </c:pt>
                <c:pt idx="34">
                  <c:v>3.0771635416666672</c:v>
                </c:pt>
                <c:pt idx="35">
                  <c:v>5.216177083333335</c:v>
                </c:pt>
                <c:pt idx="36">
                  <c:v>4.1748343750000014</c:v>
                </c:pt>
                <c:pt idx="37">
                  <c:v>3.33736875</c:v>
                </c:pt>
                <c:pt idx="38">
                  <c:v>0.25991770833333333</c:v>
                </c:pt>
                <c:pt idx="39">
                  <c:v>3.144118750000001</c:v>
                </c:pt>
                <c:pt idx="40">
                  <c:v>5.778345833333332</c:v>
                </c:pt>
                <c:pt idx="41">
                  <c:v>1.1524822916666664</c:v>
                </c:pt>
                <c:pt idx="42">
                  <c:v>4.4158458333333321</c:v>
                </c:pt>
                <c:pt idx="43">
                  <c:v>4.7205625000000007</c:v>
                </c:pt>
                <c:pt idx="44">
                  <c:v>3.1225833333333344</c:v>
                </c:pt>
                <c:pt idx="45">
                  <c:v>3.7265333333333333</c:v>
                </c:pt>
                <c:pt idx="46">
                  <c:v>5.1146458333333333</c:v>
                </c:pt>
                <c:pt idx="47">
                  <c:v>2.3899510416666665</c:v>
                </c:pt>
                <c:pt idx="48">
                  <c:v>4.4298656249999979</c:v>
                </c:pt>
                <c:pt idx="49">
                  <c:v>4.3051666666666684</c:v>
                </c:pt>
                <c:pt idx="50">
                  <c:v>4.9358958333333316</c:v>
                </c:pt>
                <c:pt idx="51">
                  <c:v>4.9990770833333347</c:v>
                </c:pt>
                <c:pt idx="52">
                  <c:v>4.3062718750000011</c:v>
                </c:pt>
                <c:pt idx="53">
                  <c:v>5.0503843750000001</c:v>
                </c:pt>
                <c:pt idx="54">
                  <c:v>3.19959375</c:v>
                </c:pt>
                <c:pt idx="55">
                  <c:v>1.2074916666666669</c:v>
                </c:pt>
                <c:pt idx="56">
                  <c:v>2.3924072916666677</c:v>
                </c:pt>
                <c:pt idx="57">
                  <c:v>0.69136562499999998</c:v>
                </c:pt>
                <c:pt idx="58">
                  <c:v>2.6493864583333329</c:v>
                </c:pt>
                <c:pt idx="59">
                  <c:v>5.7755312499999993</c:v>
                </c:pt>
                <c:pt idx="60">
                  <c:v>3.3832531249999995</c:v>
                </c:pt>
                <c:pt idx="61">
                  <c:v>4.9425760416666673</c:v>
                </c:pt>
                <c:pt idx="62">
                  <c:v>4.2060354166666647</c:v>
                </c:pt>
                <c:pt idx="63">
                  <c:v>2.6249760416666668</c:v>
                </c:pt>
                <c:pt idx="64">
                  <c:v>4.6120874999999986</c:v>
                </c:pt>
                <c:pt idx="65">
                  <c:v>2.2283833333333329</c:v>
                </c:pt>
                <c:pt idx="66">
                  <c:v>2.9262458333333328</c:v>
                </c:pt>
                <c:pt idx="67">
                  <c:v>0.81947291666666622</c:v>
                </c:pt>
                <c:pt idx="68">
                  <c:v>1.3749031250000006</c:v>
                </c:pt>
                <c:pt idx="69">
                  <c:v>3.0638031250000002</c:v>
                </c:pt>
                <c:pt idx="70">
                  <c:v>1.7500322916666662</c:v>
                </c:pt>
                <c:pt idx="71">
                  <c:v>4.1688999999999989</c:v>
                </c:pt>
                <c:pt idx="72">
                  <c:v>4.1980802083333373</c:v>
                </c:pt>
                <c:pt idx="73">
                  <c:v>5.4431593750000022</c:v>
                </c:pt>
                <c:pt idx="74">
                  <c:v>5.6629114583333315</c:v>
                </c:pt>
                <c:pt idx="75">
                  <c:v>4.2116468750000005</c:v>
                </c:pt>
                <c:pt idx="76">
                  <c:v>3.4774927083333331</c:v>
                </c:pt>
                <c:pt idx="77">
                  <c:v>3.2288343749999999</c:v>
                </c:pt>
                <c:pt idx="78">
                  <c:v>2.5754562499999998</c:v>
                </c:pt>
                <c:pt idx="79">
                  <c:v>0.74034583333333337</c:v>
                </c:pt>
                <c:pt idx="80">
                  <c:v>2.4432385416666662</c:v>
                </c:pt>
                <c:pt idx="81">
                  <c:v>4.4809333333333319</c:v>
                </c:pt>
                <c:pt idx="82">
                  <c:v>4.9739177083333352</c:v>
                </c:pt>
                <c:pt idx="83">
                  <c:v>4.9091229166666661</c:v>
                </c:pt>
                <c:pt idx="84">
                  <c:v>1.1215583333333332</c:v>
                </c:pt>
                <c:pt idx="85">
                  <c:v>3.662817708333332</c:v>
                </c:pt>
                <c:pt idx="86">
                  <c:v>2.5827510416666675</c:v>
                </c:pt>
                <c:pt idx="87">
                  <c:v>3.1461739583333332</c:v>
                </c:pt>
                <c:pt idx="88">
                  <c:v>4.6415635416666676</c:v>
                </c:pt>
                <c:pt idx="89">
                  <c:v>1.6958374999999997</c:v>
                </c:pt>
                <c:pt idx="90">
                  <c:v>0.94729782608695634</c:v>
                </c:pt>
                <c:pt idx="91">
                  <c:v>2.5262354166666676</c:v>
                </c:pt>
                <c:pt idx="92">
                  <c:v>4.9233718749999991</c:v>
                </c:pt>
                <c:pt idx="93">
                  <c:v>2.5239239583333344</c:v>
                </c:pt>
                <c:pt idx="94">
                  <c:v>4.4801958333333323</c:v>
                </c:pt>
                <c:pt idx="95">
                  <c:v>1.3944437500000002</c:v>
                </c:pt>
                <c:pt idx="96">
                  <c:v>2.0815833333333345</c:v>
                </c:pt>
                <c:pt idx="97">
                  <c:v>4.3302895833333341</c:v>
                </c:pt>
                <c:pt idx="98">
                  <c:v>1.9100343750000004</c:v>
                </c:pt>
                <c:pt idx="99">
                  <c:v>1.3529697916666672</c:v>
                </c:pt>
                <c:pt idx="100">
                  <c:v>0.50888645833333312</c:v>
                </c:pt>
                <c:pt idx="101">
                  <c:v>0.37980833333333336</c:v>
                </c:pt>
                <c:pt idx="102">
                  <c:v>1.2215250000000002</c:v>
                </c:pt>
                <c:pt idx="103">
                  <c:v>4.1905885416666671</c:v>
                </c:pt>
                <c:pt idx="104">
                  <c:v>3.5848354166666656</c:v>
                </c:pt>
                <c:pt idx="105">
                  <c:v>3.7147239583333342</c:v>
                </c:pt>
                <c:pt idx="106">
                  <c:v>3.034572916666666</c:v>
                </c:pt>
                <c:pt idx="107">
                  <c:v>1.4758041666666661</c:v>
                </c:pt>
                <c:pt idx="108">
                  <c:v>1.7678062499999996</c:v>
                </c:pt>
                <c:pt idx="109">
                  <c:v>4.4155208333333338</c:v>
                </c:pt>
                <c:pt idx="110">
                  <c:v>3.2617968749999986</c:v>
                </c:pt>
                <c:pt idx="111">
                  <c:v>2.3629020833333327</c:v>
                </c:pt>
                <c:pt idx="112">
                  <c:v>1.2049020833333333</c:v>
                </c:pt>
                <c:pt idx="113">
                  <c:v>2.1119624999999984</c:v>
                </c:pt>
                <c:pt idx="114">
                  <c:v>3.0485906249999992</c:v>
                </c:pt>
                <c:pt idx="115">
                  <c:v>0.89312291666666654</c:v>
                </c:pt>
                <c:pt idx="116">
                  <c:v>0.76757083333333309</c:v>
                </c:pt>
                <c:pt idx="117">
                  <c:v>1.1397291666666667</c:v>
                </c:pt>
                <c:pt idx="118">
                  <c:v>4.7607520833333332</c:v>
                </c:pt>
                <c:pt idx="119">
                  <c:v>2.2995770833333338</c:v>
                </c:pt>
                <c:pt idx="120">
                  <c:v>3.4121822916666655</c:v>
                </c:pt>
                <c:pt idx="121">
                  <c:v>4.9074749999999998</c:v>
                </c:pt>
                <c:pt idx="122">
                  <c:v>4.4869500000000002</c:v>
                </c:pt>
                <c:pt idx="123">
                  <c:v>5.6302781249999967</c:v>
                </c:pt>
                <c:pt idx="124">
                  <c:v>4.9144104166666676</c:v>
                </c:pt>
                <c:pt idx="125">
                  <c:v>1.7733333333333337</c:v>
                </c:pt>
                <c:pt idx="126">
                  <c:v>3.2751635416666667</c:v>
                </c:pt>
                <c:pt idx="127">
                  <c:v>4.0691281249999998</c:v>
                </c:pt>
                <c:pt idx="128">
                  <c:v>0.92467708333333309</c:v>
                </c:pt>
                <c:pt idx="129">
                  <c:v>3.9336999999999991</c:v>
                </c:pt>
                <c:pt idx="130">
                  <c:v>0.57533958333333324</c:v>
                </c:pt>
                <c:pt idx="131">
                  <c:v>0.59196874999999993</c:v>
                </c:pt>
                <c:pt idx="132">
                  <c:v>4.3384843749999993</c:v>
                </c:pt>
                <c:pt idx="133">
                  <c:v>4.6231885416666634</c:v>
                </c:pt>
                <c:pt idx="134">
                  <c:v>5.0438729166666665</c:v>
                </c:pt>
                <c:pt idx="135">
                  <c:v>5.3380958333333322</c:v>
                </c:pt>
                <c:pt idx="136">
                  <c:v>5.0138854166666667</c:v>
                </c:pt>
                <c:pt idx="137">
                  <c:v>4.4233239583333344</c:v>
                </c:pt>
                <c:pt idx="138">
                  <c:v>2.6726729166666661</c:v>
                </c:pt>
                <c:pt idx="139">
                  <c:v>1.9369510416666669</c:v>
                </c:pt>
                <c:pt idx="140">
                  <c:v>2.0214916666666669</c:v>
                </c:pt>
                <c:pt idx="141">
                  <c:v>4.3543114583333349</c:v>
                </c:pt>
                <c:pt idx="142">
                  <c:v>3.4378958333333336</c:v>
                </c:pt>
                <c:pt idx="143">
                  <c:v>1.2573989583333336</c:v>
                </c:pt>
                <c:pt idx="144">
                  <c:v>0.60788750000000036</c:v>
                </c:pt>
                <c:pt idx="145">
                  <c:v>1.611913541666667</c:v>
                </c:pt>
                <c:pt idx="146">
                  <c:v>0.82455624999999999</c:v>
                </c:pt>
                <c:pt idx="147">
                  <c:v>1.5056718750000002</c:v>
                </c:pt>
                <c:pt idx="148">
                  <c:v>0.80688333333333351</c:v>
                </c:pt>
                <c:pt idx="149">
                  <c:v>3.1294927083333337</c:v>
                </c:pt>
                <c:pt idx="150">
                  <c:v>1.0302666666666667</c:v>
                </c:pt>
                <c:pt idx="151">
                  <c:v>2.652946875</c:v>
                </c:pt>
                <c:pt idx="152">
                  <c:v>5.3632375000000021</c:v>
                </c:pt>
                <c:pt idx="153">
                  <c:v>4.7419968750000008</c:v>
                </c:pt>
                <c:pt idx="154">
                  <c:v>2.0627656250000004</c:v>
                </c:pt>
                <c:pt idx="155">
                  <c:v>5.1833177083333331</c:v>
                </c:pt>
                <c:pt idx="156">
                  <c:v>0.83505937499999983</c:v>
                </c:pt>
                <c:pt idx="157">
                  <c:v>2.6288687500000001</c:v>
                </c:pt>
                <c:pt idx="158">
                  <c:v>3.2579968750000008</c:v>
                </c:pt>
                <c:pt idx="159">
                  <c:v>0.59456354166666681</c:v>
                </c:pt>
                <c:pt idx="160">
                  <c:v>5.075613541666665</c:v>
                </c:pt>
                <c:pt idx="161">
                  <c:v>3.4250572916666675</c:v>
                </c:pt>
                <c:pt idx="162">
                  <c:v>4.5173958333333354E-2</c:v>
                </c:pt>
                <c:pt idx="163">
                  <c:v>3.1131770833333334</c:v>
                </c:pt>
                <c:pt idx="164">
                  <c:v>1.5264291666666665</c:v>
                </c:pt>
                <c:pt idx="165">
                  <c:v>2.805161458333334</c:v>
                </c:pt>
                <c:pt idx="166">
                  <c:v>3.220488541666668</c:v>
                </c:pt>
                <c:pt idx="167">
                  <c:v>3.3205562499999997</c:v>
                </c:pt>
                <c:pt idx="168">
                  <c:v>1.4492031249999997</c:v>
                </c:pt>
                <c:pt idx="169">
                  <c:v>0.38686458333333323</c:v>
                </c:pt>
                <c:pt idx="170">
                  <c:v>1.5518270833333339</c:v>
                </c:pt>
                <c:pt idx="171">
                  <c:v>0.60247187499999988</c:v>
                </c:pt>
                <c:pt idx="172">
                  <c:v>0.78386562499999979</c:v>
                </c:pt>
                <c:pt idx="173">
                  <c:v>1.4376718749999997</c:v>
                </c:pt>
                <c:pt idx="174">
                  <c:v>1.2037197916666664</c:v>
                </c:pt>
                <c:pt idx="175">
                  <c:v>0.10299583333333334</c:v>
                </c:pt>
                <c:pt idx="176">
                  <c:v>0.45320729166666662</c:v>
                </c:pt>
                <c:pt idx="177">
                  <c:v>1.1072249999999999</c:v>
                </c:pt>
                <c:pt idx="178">
                  <c:v>1.3639604166666661</c:v>
                </c:pt>
                <c:pt idx="179">
                  <c:v>2.7208385416666654</c:v>
                </c:pt>
                <c:pt idx="180">
                  <c:v>0.69109166666666666</c:v>
                </c:pt>
                <c:pt idx="181">
                  <c:v>1.8767364583333335</c:v>
                </c:pt>
                <c:pt idx="182">
                  <c:v>3.3766843749999986</c:v>
                </c:pt>
                <c:pt idx="183">
                  <c:v>3.1308604166666649</c:v>
                </c:pt>
                <c:pt idx="184">
                  <c:v>2.5076708333333322</c:v>
                </c:pt>
                <c:pt idx="185">
                  <c:v>5.3115791666666654</c:v>
                </c:pt>
                <c:pt idx="186">
                  <c:v>0.63749583333333326</c:v>
                </c:pt>
                <c:pt idx="187">
                  <c:v>2.1040312499999998</c:v>
                </c:pt>
                <c:pt idx="188">
                  <c:v>3.1244979166666687</c:v>
                </c:pt>
                <c:pt idx="189">
                  <c:v>0.87910208333333317</c:v>
                </c:pt>
                <c:pt idx="190">
                  <c:v>2.2305687500000002</c:v>
                </c:pt>
                <c:pt idx="191">
                  <c:v>4.2555666666666667</c:v>
                </c:pt>
                <c:pt idx="192">
                  <c:v>0.33877395833333324</c:v>
                </c:pt>
                <c:pt idx="193">
                  <c:v>4.357757291666668</c:v>
                </c:pt>
                <c:pt idx="194">
                  <c:v>3.7168687500000002</c:v>
                </c:pt>
                <c:pt idx="195">
                  <c:v>4.1141125000000018</c:v>
                </c:pt>
                <c:pt idx="196">
                  <c:v>1.8938270833333335</c:v>
                </c:pt>
                <c:pt idx="197">
                  <c:v>4.0057124999999978</c:v>
                </c:pt>
                <c:pt idx="198">
                  <c:v>2.5828718749999995</c:v>
                </c:pt>
                <c:pt idx="199">
                  <c:v>0.77057916666666659</c:v>
                </c:pt>
                <c:pt idx="200">
                  <c:v>0.51461979166666638</c:v>
                </c:pt>
                <c:pt idx="201">
                  <c:v>1.9011291666666654</c:v>
                </c:pt>
                <c:pt idx="202">
                  <c:v>1.5626281249999996</c:v>
                </c:pt>
                <c:pt idx="203">
                  <c:v>1.4476541666666665</c:v>
                </c:pt>
                <c:pt idx="204">
                  <c:v>2.1550052083333329</c:v>
                </c:pt>
                <c:pt idx="205">
                  <c:v>2.3058500000000013</c:v>
                </c:pt>
                <c:pt idx="206">
                  <c:v>1.7899791666666676</c:v>
                </c:pt>
                <c:pt idx="207">
                  <c:v>1.3186635416666665</c:v>
                </c:pt>
                <c:pt idx="208">
                  <c:v>0.17088437500000001</c:v>
                </c:pt>
                <c:pt idx="209">
                  <c:v>1.3646593749999998</c:v>
                </c:pt>
                <c:pt idx="210">
                  <c:v>0.92083020833333329</c:v>
                </c:pt>
                <c:pt idx="211">
                  <c:v>0.21051666666666669</c:v>
                </c:pt>
                <c:pt idx="212">
                  <c:v>0.64935833333333348</c:v>
                </c:pt>
                <c:pt idx="213">
                  <c:v>3.8402010416666665</c:v>
                </c:pt>
                <c:pt idx="214">
                  <c:v>1.7541968750000005</c:v>
                </c:pt>
                <c:pt idx="215">
                  <c:v>4.2385041666666687</c:v>
                </c:pt>
                <c:pt idx="216">
                  <c:v>2.4095666666666671</c:v>
                </c:pt>
                <c:pt idx="217">
                  <c:v>0.16956354166666665</c:v>
                </c:pt>
                <c:pt idx="218">
                  <c:v>3.6581541666666659</c:v>
                </c:pt>
                <c:pt idx="219">
                  <c:v>1.1375083333333333</c:v>
                </c:pt>
                <c:pt idx="220">
                  <c:v>1.4200718749999999</c:v>
                </c:pt>
                <c:pt idx="221">
                  <c:v>1.4902427083333332</c:v>
                </c:pt>
                <c:pt idx="222">
                  <c:v>3.1091156249999998</c:v>
                </c:pt>
                <c:pt idx="223">
                  <c:v>2.757462499999999</c:v>
                </c:pt>
                <c:pt idx="224">
                  <c:v>4.5993385416666666</c:v>
                </c:pt>
                <c:pt idx="225">
                  <c:v>2.1924156249999998</c:v>
                </c:pt>
                <c:pt idx="226">
                  <c:v>1.2765197916666671</c:v>
                </c:pt>
                <c:pt idx="227">
                  <c:v>1.8225145833333329</c:v>
                </c:pt>
                <c:pt idx="228">
                  <c:v>1.3028156250000005</c:v>
                </c:pt>
                <c:pt idx="229">
                  <c:v>0.310475</c:v>
                </c:pt>
                <c:pt idx="230">
                  <c:v>0.8296677083333337</c:v>
                </c:pt>
                <c:pt idx="231">
                  <c:v>0.95726875000000033</c:v>
                </c:pt>
                <c:pt idx="232">
                  <c:v>2.2317937500000014</c:v>
                </c:pt>
                <c:pt idx="233">
                  <c:v>4.504365625000001</c:v>
                </c:pt>
                <c:pt idx="234">
                  <c:v>4.9620739583333338</c:v>
                </c:pt>
                <c:pt idx="235">
                  <c:v>4.6002312499999993</c:v>
                </c:pt>
                <c:pt idx="236">
                  <c:v>2.7732989583333327</c:v>
                </c:pt>
                <c:pt idx="237">
                  <c:v>4.2661552083333341</c:v>
                </c:pt>
                <c:pt idx="238">
                  <c:v>3.4320239583333327</c:v>
                </c:pt>
                <c:pt idx="239">
                  <c:v>1.4215687499999996</c:v>
                </c:pt>
                <c:pt idx="240">
                  <c:v>2.0607947916666665</c:v>
                </c:pt>
                <c:pt idx="241">
                  <c:v>1.6385979166666673</c:v>
                </c:pt>
                <c:pt idx="242">
                  <c:v>0.63302708333333302</c:v>
                </c:pt>
                <c:pt idx="243">
                  <c:v>1.078940625</c:v>
                </c:pt>
                <c:pt idx="244">
                  <c:v>0.74803541666666673</c:v>
                </c:pt>
                <c:pt idx="245">
                  <c:v>5.0618500000000033</c:v>
                </c:pt>
                <c:pt idx="246">
                  <c:v>5.7064020833333355</c:v>
                </c:pt>
                <c:pt idx="247">
                  <c:v>4.5624020833333354</c:v>
                </c:pt>
                <c:pt idx="248">
                  <c:v>0.52892499999999965</c:v>
                </c:pt>
                <c:pt idx="249">
                  <c:v>4.8537937500000012</c:v>
                </c:pt>
                <c:pt idx="250">
                  <c:v>2.0722125</c:v>
                </c:pt>
                <c:pt idx="251">
                  <c:v>3.967580208333334</c:v>
                </c:pt>
                <c:pt idx="252">
                  <c:v>2.2692083333333328</c:v>
                </c:pt>
                <c:pt idx="253">
                  <c:v>2.9830822916666659</c:v>
                </c:pt>
                <c:pt idx="254">
                  <c:v>1.3195979166666674</c:v>
                </c:pt>
                <c:pt idx="255">
                  <c:v>4.9951489583333331</c:v>
                </c:pt>
                <c:pt idx="256">
                  <c:v>3.0481437499999995</c:v>
                </c:pt>
                <c:pt idx="257">
                  <c:v>1.9546885416666662</c:v>
                </c:pt>
                <c:pt idx="258">
                  <c:v>1.1940322916666661</c:v>
                </c:pt>
                <c:pt idx="259">
                  <c:v>2.4213677083333347</c:v>
                </c:pt>
                <c:pt idx="260">
                  <c:v>2.4782562500000003</c:v>
                </c:pt>
                <c:pt idx="261">
                  <c:v>1.7440739583333331</c:v>
                </c:pt>
                <c:pt idx="262">
                  <c:v>2.168535416666665</c:v>
                </c:pt>
                <c:pt idx="263">
                  <c:v>2.852668749999999</c:v>
                </c:pt>
                <c:pt idx="264">
                  <c:v>1.7295375000000002</c:v>
                </c:pt>
                <c:pt idx="265">
                  <c:v>0.64108020833333346</c:v>
                </c:pt>
                <c:pt idx="266">
                  <c:v>0.53029166666666672</c:v>
                </c:pt>
                <c:pt idx="267">
                  <c:v>2.4393645833333335</c:v>
                </c:pt>
                <c:pt idx="268">
                  <c:v>3.5257895833333328</c:v>
                </c:pt>
                <c:pt idx="269">
                  <c:v>3.7129458333333338</c:v>
                </c:pt>
                <c:pt idx="270">
                  <c:v>4.6180520833333336</c:v>
                </c:pt>
                <c:pt idx="271">
                  <c:v>5.665738541666669</c:v>
                </c:pt>
                <c:pt idx="272">
                  <c:v>2.3108541666666662</c:v>
                </c:pt>
                <c:pt idx="273">
                  <c:v>5.5318270833333347</c:v>
                </c:pt>
                <c:pt idx="274">
                  <c:v>0.62925312499999986</c:v>
                </c:pt>
                <c:pt idx="275">
                  <c:v>3.2747562499999998</c:v>
                </c:pt>
                <c:pt idx="276">
                  <c:v>5.9767697916666664</c:v>
                </c:pt>
                <c:pt idx="277">
                  <c:v>4.4362614583333349</c:v>
                </c:pt>
                <c:pt idx="278">
                  <c:v>0.44527395833333339</c:v>
                </c:pt>
                <c:pt idx="279">
                  <c:v>3.3955333333333324</c:v>
                </c:pt>
                <c:pt idx="280">
                  <c:v>3.0241593749999995</c:v>
                </c:pt>
                <c:pt idx="281">
                  <c:v>3.9951510416666678</c:v>
                </c:pt>
                <c:pt idx="282">
                  <c:v>4.9318562500000009</c:v>
                </c:pt>
                <c:pt idx="283">
                  <c:v>4.2413864583333334</c:v>
                </c:pt>
                <c:pt idx="284">
                  <c:v>0.64944791666666635</c:v>
                </c:pt>
                <c:pt idx="285">
                  <c:v>2.3639541666666668</c:v>
                </c:pt>
                <c:pt idx="286">
                  <c:v>4.9004645833333322</c:v>
                </c:pt>
                <c:pt idx="287">
                  <c:v>2.0835750000000002</c:v>
                </c:pt>
                <c:pt idx="288">
                  <c:v>2.0562177083333335</c:v>
                </c:pt>
                <c:pt idx="289">
                  <c:v>5.5127968749999976</c:v>
                </c:pt>
                <c:pt idx="290">
                  <c:v>4.2914552083333337</c:v>
                </c:pt>
                <c:pt idx="291">
                  <c:v>0.8350395833333335</c:v>
                </c:pt>
                <c:pt idx="292">
                  <c:v>1.8381458333333334</c:v>
                </c:pt>
                <c:pt idx="293">
                  <c:v>4.5617624999999986</c:v>
                </c:pt>
                <c:pt idx="294">
                  <c:v>4.4875416666666661</c:v>
                </c:pt>
                <c:pt idx="295">
                  <c:v>3.1428437499999986</c:v>
                </c:pt>
                <c:pt idx="296">
                  <c:v>2.0933718750000003</c:v>
                </c:pt>
                <c:pt idx="297">
                  <c:v>2.1624968749999991</c:v>
                </c:pt>
                <c:pt idx="298">
                  <c:v>0.8663802083333334</c:v>
                </c:pt>
                <c:pt idx="299">
                  <c:v>0.98512812499999969</c:v>
                </c:pt>
                <c:pt idx="300">
                  <c:v>2.3855460000000002</c:v>
                </c:pt>
                <c:pt idx="301">
                  <c:v>3.9039239583333329</c:v>
                </c:pt>
                <c:pt idx="302">
                  <c:v>1.0933458333333326</c:v>
                </c:pt>
                <c:pt idx="303">
                  <c:v>2.073519791666667</c:v>
                </c:pt>
                <c:pt idx="304">
                  <c:v>3.7705729166666662</c:v>
                </c:pt>
                <c:pt idx="305">
                  <c:v>1.3142677083333336</c:v>
                </c:pt>
                <c:pt idx="306">
                  <c:v>4.6136625000000011</c:v>
                </c:pt>
                <c:pt idx="307">
                  <c:v>5.5415062499999985</c:v>
                </c:pt>
                <c:pt idx="308">
                  <c:v>4.3079572916666669</c:v>
                </c:pt>
                <c:pt idx="309">
                  <c:v>0.51208749999999958</c:v>
                </c:pt>
                <c:pt idx="310">
                  <c:v>4.2033624999999999</c:v>
                </c:pt>
                <c:pt idx="311">
                  <c:v>1.4107895833333333</c:v>
                </c:pt>
                <c:pt idx="312">
                  <c:v>1.9208770833333331</c:v>
                </c:pt>
                <c:pt idx="313">
                  <c:v>3.1493208333333356</c:v>
                </c:pt>
                <c:pt idx="314">
                  <c:v>5.1145572916666673</c:v>
                </c:pt>
                <c:pt idx="315">
                  <c:v>4.0076229166666666</c:v>
                </c:pt>
                <c:pt idx="316">
                  <c:v>0.95334999999999981</c:v>
                </c:pt>
                <c:pt idx="317">
                  <c:v>3.0592510416666667</c:v>
                </c:pt>
                <c:pt idx="318">
                  <c:v>4.7256208333333323</c:v>
                </c:pt>
                <c:pt idx="319">
                  <c:v>3.5721593749999991</c:v>
                </c:pt>
                <c:pt idx="320">
                  <c:v>5.5968937499999996</c:v>
                </c:pt>
                <c:pt idx="321">
                  <c:v>5.8317552083333331</c:v>
                </c:pt>
                <c:pt idx="322">
                  <c:v>5.1196760416666658</c:v>
                </c:pt>
                <c:pt idx="323">
                  <c:v>1.5905916666666668</c:v>
                </c:pt>
                <c:pt idx="324">
                  <c:v>2.335141666666666</c:v>
                </c:pt>
                <c:pt idx="325">
                  <c:v>3.5002010416666667</c:v>
                </c:pt>
                <c:pt idx="326">
                  <c:v>3.9017239583333327</c:v>
                </c:pt>
                <c:pt idx="327">
                  <c:v>4.9225999999999983</c:v>
                </c:pt>
                <c:pt idx="328">
                  <c:v>5.1689114583333344</c:v>
                </c:pt>
                <c:pt idx="329">
                  <c:v>4.8742666666666654</c:v>
                </c:pt>
                <c:pt idx="330">
                  <c:v>4.9808770833333336</c:v>
                </c:pt>
                <c:pt idx="331">
                  <c:v>3.2569312500000009</c:v>
                </c:pt>
                <c:pt idx="332">
                  <c:v>3.6220916666666678</c:v>
                </c:pt>
                <c:pt idx="333">
                  <c:v>1.9696364583333319</c:v>
                </c:pt>
                <c:pt idx="334">
                  <c:v>4.3019552083333341</c:v>
                </c:pt>
                <c:pt idx="335">
                  <c:v>3.6418885416666673</c:v>
                </c:pt>
                <c:pt idx="336">
                  <c:v>3.1564916666666667</c:v>
                </c:pt>
                <c:pt idx="337">
                  <c:v>0.62082395833333348</c:v>
                </c:pt>
                <c:pt idx="338">
                  <c:v>4.5790260416666655</c:v>
                </c:pt>
                <c:pt idx="339">
                  <c:v>3.0355270833333323</c:v>
                </c:pt>
                <c:pt idx="340">
                  <c:v>3.4538124999999997</c:v>
                </c:pt>
                <c:pt idx="341">
                  <c:v>1.0743614583333336</c:v>
                </c:pt>
                <c:pt idx="342">
                  <c:v>1.7890177083333336</c:v>
                </c:pt>
                <c:pt idx="343">
                  <c:v>1.3536552083333333</c:v>
                </c:pt>
                <c:pt idx="344">
                  <c:v>4.8267333333333324</c:v>
                </c:pt>
                <c:pt idx="345">
                  <c:v>1.0097395833333336</c:v>
                </c:pt>
                <c:pt idx="346">
                  <c:v>0.7209916666666667</c:v>
                </c:pt>
                <c:pt idx="347">
                  <c:v>0.65834479166666648</c:v>
                </c:pt>
                <c:pt idx="348">
                  <c:v>4.1770489583333328</c:v>
                </c:pt>
                <c:pt idx="349">
                  <c:v>5.044333333333336</c:v>
                </c:pt>
                <c:pt idx="350">
                  <c:v>4.1124760416666657</c:v>
                </c:pt>
                <c:pt idx="351">
                  <c:v>4.6360239583333325</c:v>
                </c:pt>
                <c:pt idx="352">
                  <c:v>4.6240104166666667</c:v>
                </c:pt>
                <c:pt idx="353">
                  <c:v>4.7765677083333351</c:v>
                </c:pt>
                <c:pt idx="354">
                  <c:v>4.8943520833333327</c:v>
                </c:pt>
                <c:pt idx="355">
                  <c:v>4.8866927083333316</c:v>
                </c:pt>
                <c:pt idx="356">
                  <c:v>5.0452322916666681</c:v>
                </c:pt>
                <c:pt idx="357">
                  <c:v>3.7105135416666668</c:v>
                </c:pt>
                <c:pt idx="358">
                  <c:v>2.252611458333333</c:v>
                </c:pt>
                <c:pt idx="359">
                  <c:v>2.0011999999999999</c:v>
                </c:pt>
                <c:pt idx="360">
                  <c:v>0.93718125000000019</c:v>
                </c:pt>
                <c:pt idx="361">
                  <c:v>0.27296874999999993</c:v>
                </c:pt>
                <c:pt idx="362">
                  <c:v>0.79578333333333384</c:v>
                </c:pt>
                <c:pt idx="363">
                  <c:v>3.9764354166666691</c:v>
                </c:pt>
                <c:pt idx="364">
                  <c:v>4.6494958333333338</c:v>
                </c:pt>
                <c:pt idx="365">
                  <c:v>4.4583447916666676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FF-4329-ABF2-9A708BCD0FF6}"/>
            </c:ext>
          </c:extLst>
        </c:ser>
        <c:ser>
          <c:idx val="1"/>
          <c:order val="1"/>
          <c:tx>
            <c:strRef>
              <c:f>combined_pivot_table!$Q$45</c:f>
              <c:strCache>
                <c:ptCount val="1"/>
                <c:pt idx="0">
                  <c:v>Wind Onshore</c:v>
                </c:pt>
              </c:strCache>
            </c:strRef>
          </c:tx>
          <c:spPr>
            <a:ln w="2540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combined_pivot_table!$O$46:$O$411</c:f>
              <c:numCache>
                <c:formatCode>dd\.mm\.yy;@</c:formatCode>
                <c:ptCount val="366"/>
                <c:pt idx="0">
                  <c:v>45292</c:v>
                </c:pt>
                <c:pt idx="1">
                  <c:v>45293</c:v>
                </c:pt>
                <c:pt idx="2">
                  <c:v>45294</c:v>
                </c:pt>
                <c:pt idx="3">
                  <c:v>45295</c:v>
                </c:pt>
                <c:pt idx="4">
                  <c:v>45296</c:v>
                </c:pt>
                <c:pt idx="5">
                  <c:v>45297</c:v>
                </c:pt>
                <c:pt idx="6">
                  <c:v>45298</c:v>
                </c:pt>
                <c:pt idx="7">
                  <c:v>45299</c:v>
                </c:pt>
                <c:pt idx="8">
                  <c:v>45300</c:v>
                </c:pt>
                <c:pt idx="9">
                  <c:v>45301</c:v>
                </c:pt>
                <c:pt idx="10">
                  <c:v>45302</c:v>
                </c:pt>
                <c:pt idx="11">
                  <c:v>45303</c:v>
                </c:pt>
                <c:pt idx="12">
                  <c:v>45304</c:v>
                </c:pt>
                <c:pt idx="13">
                  <c:v>45305</c:v>
                </c:pt>
                <c:pt idx="14">
                  <c:v>45306</c:v>
                </c:pt>
                <c:pt idx="15">
                  <c:v>45307</c:v>
                </c:pt>
                <c:pt idx="16">
                  <c:v>45308</c:v>
                </c:pt>
                <c:pt idx="17">
                  <c:v>45309</c:v>
                </c:pt>
                <c:pt idx="18">
                  <c:v>45310</c:v>
                </c:pt>
                <c:pt idx="19">
                  <c:v>45311</c:v>
                </c:pt>
                <c:pt idx="20">
                  <c:v>45312</c:v>
                </c:pt>
                <c:pt idx="21">
                  <c:v>45313</c:v>
                </c:pt>
                <c:pt idx="22">
                  <c:v>45314</c:v>
                </c:pt>
                <c:pt idx="23">
                  <c:v>45315</c:v>
                </c:pt>
                <c:pt idx="24">
                  <c:v>45316</c:v>
                </c:pt>
                <c:pt idx="25">
                  <c:v>45317</c:v>
                </c:pt>
                <c:pt idx="26">
                  <c:v>45318</c:v>
                </c:pt>
                <c:pt idx="27">
                  <c:v>45319</c:v>
                </c:pt>
                <c:pt idx="28">
                  <c:v>45320</c:v>
                </c:pt>
                <c:pt idx="29">
                  <c:v>45321</c:v>
                </c:pt>
                <c:pt idx="30">
                  <c:v>45322</c:v>
                </c:pt>
                <c:pt idx="31">
                  <c:v>45323</c:v>
                </c:pt>
                <c:pt idx="32">
                  <c:v>45324</c:v>
                </c:pt>
                <c:pt idx="33">
                  <c:v>45325</c:v>
                </c:pt>
                <c:pt idx="34">
                  <c:v>45326</c:v>
                </c:pt>
                <c:pt idx="35">
                  <c:v>45327</c:v>
                </c:pt>
                <c:pt idx="36">
                  <c:v>45328</c:v>
                </c:pt>
                <c:pt idx="37">
                  <c:v>45329</c:v>
                </c:pt>
                <c:pt idx="38">
                  <c:v>45330</c:v>
                </c:pt>
                <c:pt idx="39">
                  <c:v>45331</c:v>
                </c:pt>
                <c:pt idx="40">
                  <c:v>45332</c:v>
                </c:pt>
                <c:pt idx="41">
                  <c:v>45333</c:v>
                </c:pt>
                <c:pt idx="42">
                  <c:v>45334</c:v>
                </c:pt>
                <c:pt idx="43">
                  <c:v>45335</c:v>
                </c:pt>
                <c:pt idx="44">
                  <c:v>45336</c:v>
                </c:pt>
                <c:pt idx="45">
                  <c:v>45337</c:v>
                </c:pt>
                <c:pt idx="46">
                  <c:v>45338</c:v>
                </c:pt>
                <c:pt idx="47">
                  <c:v>45339</c:v>
                </c:pt>
                <c:pt idx="48">
                  <c:v>45340</c:v>
                </c:pt>
                <c:pt idx="49">
                  <c:v>45341</c:v>
                </c:pt>
                <c:pt idx="50">
                  <c:v>45342</c:v>
                </c:pt>
                <c:pt idx="51">
                  <c:v>45343</c:v>
                </c:pt>
                <c:pt idx="52">
                  <c:v>45344</c:v>
                </c:pt>
                <c:pt idx="53">
                  <c:v>45345</c:v>
                </c:pt>
                <c:pt idx="54">
                  <c:v>45346</c:v>
                </c:pt>
                <c:pt idx="55">
                  <c:v>45347</c:v>
                </c:pt>
                <c:pt idx="56">
                  <c:v>45348</c:v>
                </c:pt>
                <c:pt idx="57">
                  <c:v>45349</c:v>
                </c:pt>
                <c:pt idx="58">
                  <c:v>45350</c:v>
                </c:pt>
                <c:pt idx="59">
                  <c:v>45351</c:v>
                </c:pt>
                <c:pt idx="60">
                  <c:v>45352</c:v>
                </c:pt>
                <c:pt idx="61">
                  <c:v>45353</c:v>
                </c:pt>
                <c:pt idx="62">
                  <c:v>45354</c:v>
                </c:pt>
                <c:pt idx="63">
                  <c:v>45355</c:v>
                </c:pt>
                <c:pt idx="64">
                  <c:v>45356</c:v>
                </c:pt>
                <c:pt idx="65">
                  <c:v>45357</c:v>
                </c:pt>
                <c:pt idx="66">
                  <c:v>45358</c:v>
                </c:pt>
                <c:pt idx="67">
                  <c:v>45359</c:v>
                </c:pt>
                <c:pt idx="68">
                  <c:v>45360</c:v>
                </c:pt>
                <c:pt idx="69">
                  <c:v>45361</c:v>
                </c:pt>
                <c:pt idx="70">
                  <c:v>45362</c:v>
                </c:pt>
                <c:pt idx="71">
                  <c:v>45363</c:v>
                </c:pt>
                <c:pt idx="72">
                  <c:v>45364</c:v>
                </c:pt>
                <c:pt idx="73">
                  <c:v>45365</c:v>
                </c:pt>
                <c:pt idx="74">
                  <c:v>45366</c:v>
                </c:pt>
                <c:pt idx="75">
                  <c:v>45367</c:v>
                </c:pt>
                <c:pt idx="76">
                  <c:v>45368</c:v>
                </c:pt>
                <c:pt idx="77">
                  <c:v>45369</c:v>
                </c:pt>
                <c:pt idx="78">
                  <c:v>45370</c:v>
                </c:pt>
                <c:pt idx="79">
                  <c:v>45371</c:v>
                </c:pt>
                <c:pt idx="80">
                  <c:v>45372</c:v>
                </c:pt>
                <c:pt idx="81">
                  <c:v>45373</c:v>
                </c:pt>
                <c:pt idx="82">
                  <c:v>45374</c:v>
                </c:pt>
                <c:pt idx="83">
                  <c:v>45375</c:v>
                </c:pt>
                <c:pt idx="84">
                  <c:v>45376</c:v>
                </c:pt>
                <c:pt idx="85">
                  <c:v>45377</c:v>
                </c:pt>
                <c:pt idx="86">
                  <c:v>45378</c:v>
                </c:pt>
                <c:pt idx="87">
                  <c:v>45379</c:v>
                </c:pt>
                <c:pt idx="88">
                  <c:v>45380</c:v>
                </c:pt>
                <c:pt idx="89">
                  <c:v>45381</c:v>
                </c:pt>
                <c:pt idx="90">
                  <c:v>45382</c:v>
                </c:pt>
                <c:pt idx="91">
                  <c:v>45383</c:v>
                </c:pt>
                <c:pt idx="92">
                  <c:v>45384</c:v>
                </c:pt>
                <c:pt idx="93">
                  <c:v>45385</c:v>
                </c:pt>
                <c:pt idx="94">
                  <c:v>45386</c:v>
                </c:pt>
                <c:pt idx="95">
                  <c:v>45387</c:v>
                </c:pt>
                <c:pt idx="96">
                  <c:v>45388</c:v>
                </c:pt>
                <c:pt idx="97">
                  <c:v>45389</c:v>
                </c:pt>
                <c:pt idx="98">
                  <c:v>45390</c:v>
                </c:pt>
                <c:pt idx="99">
                  <c:v>45391</c:v>
                </c:pt>
                <c:pt idx="100">
                  <c:v>45392</c:v>
                </c:pt>
                <c:pt idx="101">
                  <c:v>45393</c:v>
                </c:pt>
                <c:pt idx="102">
                  <c:v>45394</c:v>
                </c:pt>
                <c:pt idx="103">
                  <c:v>45395</c:v>
                </c:pt>
                <c:pt idx="104">
                  <c:v>45396</c:v>
                </c:pt>
                <c:pt idx="105">
                  <c:v>45397</c:v>
                </c:pt>
                <c:pt idx="106">
                  <c:v>45398</c:v>
                </c:pt>
                <c:pt idx="107">
                  <c:v>45399</c:v>
                </c:pt>
                <c:pt idx="108">
                  <c:v>45400</c:v>
                </c:pt>
                <c:pt idx="109">
                  <c:v>45401</c:v>
                </c:pt>
                <c:pt idx="110">
                  <c:v>45402</c:v>
                </c:pt>
                <c:pt idx="111">
                  <c:v>45403</c:v>
                </c:pt>
                <c:pt idx="112">
                  <c:v>45404</c:v>
                </c:pt>
                <c:pt idx="113">
                  <c:v>45405</c:v>
                </c:pt>
                <c:pt idx="114">
                  <c:v>45406</c:v>
                </c:pt>
                <c:pt idx="115">
                  <c:v>45407</c:v>
                </c:pt>
                <c:pt idx="116">
                  <c:v>45408</c:v>
                </c:pt>
                <c:pt idx="117">
                  <c:v>45409</c:v>
                </c:pt>
                <c:pt idx="118">
                  <c:v>45410</c:v>
                </c:pt>
                <c:pt idx="119">
                  <c:v>45411</c:v>
                </c:pt>
                <c:pt idx="120">
                  <c:v>45412</c:v>
                </c:pt>
                <c:pt idx="121">
                  <c:v>45413</c:v>
                </c:pt>
                <c:pt idx="122">
                  <c:v>45414</c:v>
                </c:pt>
                <c:pt idx="123">
                  <c:v>45415</c:v>
                </c:pt>
                <c:pt idx="124">
                  <c:v>45416</c:v>
                </c:pt>
                <c:pt idx="125">
                  <c:v>45417</c:v>
                </c:pt>
                <c:pt idx="126">
                  <c:v>45418</c:v>
                </c:pt>
                <c:pt idx="127">
                  <c:v>45419</c:v>
                </c:pt>
                <c:pt idx="128">
                  <c:v>45420</c:v>
                </c:pt>
                <c:pt idx="129">
                  <c:v>45421</c:v>
                </c:pt>
                <c:pt idx="130">
                  <c:v>45422</c:v>
                </c:pt>
                <c:pt idx="131">
                  <c:v>45423</c:v>
                </c:pt>
                <c:pt idx="132">
                  <c:v>45424</c:v>
                </c:pt>
                <c:pt idx="133">
                  <c:v>45425</c:v>
                </c:pt>
                <c:pt idx="134">
                  <c:v>45426</c:v>
                </c:pt>
                <c:pt idx="135">
                  <c:v>45427</c:v>
                </c:pt>
                <c:pt idx="136">
                  <c:v>45428</c:v>
                </c:pt>
                <c:pt idx="137">
                  <c:v>45429</c:v>
                </c:pt>
                <c:pt idx="138">
                  <c:v>45430</c:v>
                </c:pt>
                <c:pt idx="139">
                  <c:v>45431</c:v>
                </c:pt>
                <c:pt idx="140">
                  <c:v>45432</c:v>
                </c:pt>
                <c:pt idx="141">
                  <c:v>45433</c:v>
                </c:pt>
                <c:pt idx="142">
                  <c:v>45434</c:v>
                </c:pt>
                <c:pt idx="143">
                  <c:v>45435</c:v>
                </c:pt>
                <c:pt idx="144">
                  <c:v>45436</c:v>
                </c:pt>
                <c:pt idx="145">
                  <c:v>45437</c:v>
                </c:pt>
                <c:pt idx="146">
                  <c:v>45438</c:v>
                </c:pt>
                <c:pt idx="147">
                  <c:v>45439</c:v>
                </c:pt>
                <c:pt idx="148">
                  <c:v>45440</c:v>
                </c:pt>
                <c:pt idx="149">
                  <c:v>45441</c:v>
                </c:pt>
                <c:pt idx="150">
                  <c:v>45442</c:v>
                </c:pt>
                <c:pt idx="151">
                  <c:v>45443</c:v>
                </c:pt>
                <c:pt idx="152">
                  <c:v>45444</c:v>
                </c:pt>
                <c:pt idx="153">
                  <c:v>45445</c:v>
                </c:pt>
                <c:pt idx="154">
                  <c:v>45446</c:v>
                </c:pt>
                <c:pt idx="155">
                  <c:v>45447</c:v>
                </c:pt>
                <c:pt idx="156">
                  <c:v>45448</c:v>
                </c:pt>
                <c:pt idx="157">
                  <c:v>45449</c:v>
                </c:pt>
                <c:pt idx="158">
                  <c:v>45450</c:v>
                </c:pt>
                <c:pt idx="159">
                  <c:v>45451</c:v>
                </c:pt>
                <c:pt idx="160">
                  <c:v>45452</c:v>
                </c:pt>
                <c:pt idx="161">
                  <c:v>45453</c:v>
                </c:pt>
                <c:pt idx="162">
                  <c:v>45454</c:v>
                </c:pt>
                <c:pt idx="163">
                  <c:v>45455</c:v>
                </c:pt>
                <c:pt idx="164">
                  <c:v>45456</c:v>
                </c:pt>
                <c:pt idx="165">
                  <c:v>45457</c:v>
                </c:pt>
                <c:pt idx="166">
                  <c:v>45458</c:v>
                </c:pt>
                <c:pt idx="167">
                  <c:v>45459</c:v>
                </c:pt>
                <c:pt idx="168">
                  <c:v>45460</c:v>
                </c:pt>
                <c:pt idx="169">
                  <c:v>45461</c:v>
                </c:pt>
                <c:pt idx="170">
                  <c:v>45462</c:v>
                </c:pt>
                <c:pt idx="171">
                  <c:v>45463</c:v>
                </c:pt>
                <c:pt idx="172">
                  <c:v>45464</c:v>
                </c:pt>
                <c:pt idx="173">
                  <c:v>45465</c:v>
                </c:pt>
                <c:pt idx="174">
                  <c:v>45466</c:v>
                </c:pt>
                <c:pt idx="175">
                  <c:v>45467</c:v>
                </c:pt>
                <c:pt idx="176">
                  <c:v>45468</c:v>
                </c:pt>
                <c:pt idx="177">
                  <c:v>45469</c:v>
                </c:pt>
                <c:pt idx="178">
                  <c:v>45470</c:v>
                </c:pt>
                <c:pt idx="179">
                  <c:v>45471</c:v>
                </c:pt>
                <c:pt idx="180">
                  <c:v>45472</c:v>
                </c:pt>
                <c:pt idx="181">
                  <c:v>45473</c:v>
                </c:pt>
                <c:pt idx="182">
                  <c:v>45474</c:v>
                </c:pt>
                <c:pt idx="183">
                  <c:v>45475</c:v>
                </c:pt>
                <c:pt idx="184">
                  <c:v>45476</c:v>
                </c:pt>
                <c:pt idx="185">
                  <c:v>45477</c:v>
                </c:pt>
                <c:pt idx="186">
                  <c:v>45478</c:v>
                </c:pt>
                <c:pt idx="187">
                  <c:v>45479</c:v>
                </c:pt>
                <c:pt idx="188">
                  <c:v>45480</c:v>
                </c:pt>
                <c:pt idx="189">
                  <c:v>45481</c:v>
                </c:pt>
                <c:pt idx="190">
                  <c:v>45482</c:v>
                </c:pt>
                <c:pt idx="191">
                  <c:v>45483</c:v>
                </c:pt>
                <c:pt idx="192">
                  <c:v>45484</c:v>
                </c:pt>
                <c:pt idx="193">
                  <c:v>45485</c:v>
                </c:pt>
                <c:pt idx="194">
                  <c:v>45486</c:v>
                </c:pt>
                <c:pt idx="195">
                  <c:v>45487</c:v>
                </c:pt>
                <c:pt idx="196">
                  <c:v>45488</c:v>
                </c:pt>
                <c:pt idx="197">
                  <c:v>45489</c:v>
                </c:pt>
                <c:pt idx="198">
                  <c:v>45490</c:v>
                </c:pt>
                <c:pt idx="199">
                  <c:v>45491</c:v>
                </c:pt>
                <c:pt idx="200">
                  <c:v>45492</c:v>
                </c:pt>
                <c:pt idx="201">
                  <c:v>45493</c:v>
                </c:pt>
                <c:pt idx="202">
                  <c:v>45494</c:v>
                </c:pt>
                <c:pt idx="203">
                  <c:v>45495</c:v>
                </c:pt>
                <c:pt idx="204">
                  <c:v>45496</c:v>
                </c:pt>
                <c:pt idx="205">
                  <c:v>45497</c:v>
                </c:pt>
                <c:pt idx="206">
                  <c:v>45498</c:v>
                </c:pt>
                <c:pt idx="207">
                  <c:v>45499</c:v>
                </c:pt>
                <c:pt idx="208">
                  <c:v>45500</c:v>
                </c:pt>
                <c:pt idx="209">
                  <c:v>45501</c:v>
                </c:pt>
                <c:pt idx="210">
                  <c:v>45502</c:v>
                </c:pt>
                <c:pt idx="211">
                  <c:v>45503</c:v>
                </c:pt>
                <c:pt idx="212">
                  <c:v>45504</c:v>
                </c:pt>
                <c:pt idx="213">
                  <c:v>45505</c:v>
                </c:pt>
                <c:pt idx="214">
                  <c:v>45506</c:v>
                </c:pt>
                <c:pt idx="215">
                  <c:v>45507</c:v>
                </c:pt>
                <c:pt idx="216">
                  <c:v>45508</c:v>
                </c:pt>
                <c:pt idx="217">
                  <c:v>45509</c:v>
                </c:pt>
                <c:pt idx="218">
                  <c:v>45510</c:v>
                </c:pt>
                <c:pt idx="219">
                  <c:v>45511</c:v>
                </c:pt>
                <c:pt idx="220">
                  <c:v>45512</c:v>
                </c:pt>
                <c:pt idx="221">
                  <c:v>45513</c:v>
                </c:pt>
                <c:pt idx="222">
                  <c:v>45514</c:v>
                </c:pt>
                <c:pt idx="223">
                  <c:v>45515</c:v>
                </c:pt>
                <c:pt idx="224">
                  <c:v>45516</c:v>
                </c:pt>
                <c:pt idx="225">
                  <c:v>45517</c:v>
                </c:pt>
                <c:pt idx="226">
                  <c:v>45518</c:v>
                </c:pt>
                <c:pt idx="227">
                  <c:v>45519</c:v>
                </c:pt>
                <c:pt idx="228">
                  <c:v>45520</c:v>
                </c:pt>
                <c:pt idx="229">
                  <c:v>45521</c:v>
                </c:pt>
                <c:pt idx="230">
                  <c:v>45522</c:v>
                </c:pt>
                <c:pt idx="231">
                  <c:v>45523</c:v>
                </c:pt>
                <c:pt idx="232">
                  <c:v>45524</c:v>
                </c:pt>
                <c:pt idx="233">
                  <c:v>45525</c:v>
                </c:pt>
                <c:pt idx="234">
                  <c:v>45526</c:v>
                </c:pt>
                <c:pt idx="235">
                  <c:v>45527</c:v>
                </c:pt>
                <c:pt idx="236">
                  <c:v>45528</c:v>
                </c:pt>
                <c:pt idx="237">
                  <c:v>45529</c:v>
                </c:pt>
                <c:pt idx="238">
                  <c:v>45530</c:v>
                </c:pt>
                <c:pt idx="239">
                  <c:v>45531</c:v>
                </c:pt>
                <c:pt idx="240">
                  <c:v>45532</c:v>
                </c:pt>
                <c:pt idx="241">
                  <c:v>45533</c:v>
                </c:pt>
                <c:pt idx="242">
                  <c:v>45534</c:v>
                </c:pt>
                <c:pt idx="243">
                  <c:v>45535</c:v>
                </c:pt>
                <c:pt idx="244">
                  <c:v>45536</c:v>
                </c:pt>
                <c:pt idx="245">
                  <c:v>45537</c:v>
                </c:pt>
                <c:pt idx="246">
                  <c:v>45538</c:v>
                </c:pt>
                <c:pt idx="247">
                  <c:v>45539</c:v>
                </c:pt>
                <c:pt idx="248">
                  <c:v>45540</c:v>
                </c:pt>
                <c:pt idx="249">
                  <c:v>45541</c:v>
                </c:pt>
                <c:pt idx="250">
                  <c:v>45542</c:v>
                </c:pt>
                <c:pt idx="251">
                  <c:v>45543</c:v>
                </c:pt>
                <c:pt idx="252">
                  <c:v>45544</c:v>
                </c:pt>
                <c:pt idx="253">
                  <c:v>45545</c:v>
                </c:pt>
                <c:pt idx="254">
                  <c:v>45546</c:v>
                </c:pt>
                <c:pt idx="255">
                  <c:v>45547</c:v>
                </c:pt>
                <c:pt idx="256">
                  <c:v>45548</c:v>
                </c:pt>
                <c:pt idx="257">
                  <c:v>45549</c:v>
                </c:pt>
                <c:pt idx="258">
                  <c:v>45550</c:v>
                </c:pt>
                <c:pt idx="259">
                  <c:v>45551</c:v>
                </c:pt>
                <c:pt idx="260">
                  <c:v>45552</c:v>
                </c:pt>
                <c:pt idx="261">
                  <c:v>45553</c:v>
                </c:pt>
                <c:pt idx="262">
                  <c:v>45554</c:v>
                </c:pt>
                <c:pt idx="263">
                  <c:v>45555</c:v>
                </c:pt>
                <c:pt idx="264">
                  <c:v>45556</c:v>
                </c:pt>
                <c:pt idx="265">
                  <c:v>45557</c:v>
                </c:pt>
                <c:pt idx="266">
                  <c:v>45558</c:v>
                </c:pt>
                <c:pt idx="267">
                  <c:v>45559</c:v>
                </c:pt>
                <c:pt idx="268">
                  <c:v>45560</c:v>
                </c:pt>
                <c:pt idx="269">
                  <c:v>45561</c:v>
                </c:pt>
                <c:pt idx="270">
                  <c:v>45562</c:v>
                </c:pt>
                <c:pt idx="271">
                  <c:v>45563</c:v>
                </c:pt>
                <c:pt idx="272">
                  <c:v>45564</c:v>
                </c:pt>
                <c:pt idx="273">
                  <c:v>45565</c:v>
                </c:pt>
                <c:pt idx="274">
                  <c:v>45566</c:v>
                </c:pt>
                <c:pt idx="275">
                  <c:v>45567</c:v>
                </c:pt>
                <c:pt idx="276">
                  <c:v>45568</c:v>
                </c:pt>
                <c:pt idx="277">
                  <c:v>45569</c:v>
                </c:pt>
                <c:pt idx="278">
                  <c:v>45570</c:v>
                </c:pt>
                <c:pt idx="279">
                  <c:v>45571</c:v>
                </c:pt>
                <c:pt idx="280">
                  <c:v>45572</c:v>
                </c:pt>
                <c:pt idx="281">
                  <c:v>45573</c:v>
                </c:pt>
                <c:pt idx="282">
                  <c:v>45574</c:v>
                </c:pt>
                <c:pt idx="283">
                  <c:v>45575</c:v>
                </c:pt>
                <c:pt idx="284">
                  <c:v>45576</c:v>
                </c:pt>
                <c:pt idx="285">
                  <c:v>45577</c:v>
                </c:pt>
                <c:pt idx="286">
                  <c:v>45578</c:v>
                </c:pt>
                <c:pt idx="287">
                  <c:v>45579</c:v>
                </c:pt>
                <c:pt idx="288">
                  <c:v>45580</c:v>
                </c:pt>
                <c:pt idx="289">
                  <c:v>45581</c:v>
                </c:pt>
                <c:pt idx="290">
                  <c:v>45582</c:v>
                </c:pt>
                <c:pt idx="291">
                  <c:v>45583</c:v>
                </c:pt>
                <c:pt idx="292">
                  <c:v>45584</c:v>
                </c:pt>
                <c:pt idx="293">
                  <c:v>45585</c:v>
                </c:pt>
                <c:pt idx="294">
                  <c:v>45586</c:v>
                </c:pt>
                <c:pt idx="295">
                  <c:v>45587</c:v>
                </c:pt>
                <c:pt idx="296">
                  <c:v>45588</c:v>
                </c:pt>
                <c:pt idx="297">
                  <c:v>45589</c:v>
                </c:pt>
                <c:pt idx="298">
                  <c:v>45590</c:v>
                </c:pt>
                <c:pt idx="299">
                  <c:v>45591</c:v>
                </c:pt>
                <c:pt idx="300">
                  <c:v>45592</c:v>
                </c:pt>
                <c:pt idx="301">
                  <c:v>45593</c:v>
                </c:pt>
                <c:pt idx="302">
                  <c:v>45594</c:v>
                </c:pt>
                <c:pt idx="303">
                  <c:v>45595</c:v>
                </c:pt>
                <c:pt idx="304">
                  <c:v>45596</c:v>
                </c:pt>
                <c:pt idx="305">
                  <c:v>45597</c:v>
                </c:pt>
                <c:pt idx="306">
                  <c:v>45598</c:v>
                </c:pt>
                <c:pt idx="307">
                  <c:v>45599</c:v>
                </c:pt>
                <c:pt idx="308">
                  <c:v>45600</c:v>
                </c:pt>
                <c:pt idx="309">
                  <c:v>45601</c:v>
                </c:pt>
                <c:pt idx="310">
                  <c:v>45602</c:v>
                </c:pt>
                <c:pt idx="311">
                  <c:v>45603</c:v>
                </c:pt>
                <c:pt idx="312">
                  <c:v>45604</c:v>
                </c:pt>
                <c:pt idx="313">
                  <c:v>45605</c:v>
                </c:pt>
                <c:pt idx="314">
                  <c:v>45606</c:v>
                </c:pt>
                <c:pt idx="315">
                  <c:v>45607</c:v>
                </c:pt>
                <c:pt idx="316">
                  <c:v>45608</c:v>
                </c:pt>
                <c:pt idx="317">
                  <c:v>45609</c:v>
                </c:pt>
                <c:pt idx="318">
                  <c:v>45610</c:v>
                </c:pt>
                <c:pt idx="319">
                  <c:v>45611</c:v>
                </c:pt>
                <c:pt idx="320">
                  <c:v>45612</c:v>
                </c:pt>
                <c:pt idx="321">
                  <c:v>45613</c:v>
                </c:pt>
                <c:pt idx="322">
                  <c:v>45614</c:v>
                </c:pt>
                <c:pt idx="323">
                  <c:v>45615</c:v>
                </c:pt>
                <c:pt idx="324">
                  <c:v>45616</c:v>
                </c:pt>
                <c:pt idx="325">
                  <c:v>45617</c:v>
                </c:pt>
                <c:pt idx="326">
                  <c:v>45618</c:v>
                </c:pt>
                <c:pt idx="327">
                  <c:v>45619</c:v>
                </c:pt>
                <c:pt idx="328">
                  <c:v>45620</c:v>
                </c:pt>
                <c:pt idx="329">
                  <c:v>45621</c:v>
                </c:pt>
                <c:pt idx="330">
                  <c:v>45622</c:v>
                </c:pt>
                <c:pt idx="331">
                  <c:v>45623</c:v>
                </c:pt>
                <c:pt idx="332">
                  <c:v>45624</c:v>
                </c:pt>
                <c:pt idx="333">
                  <c:v>45625</c:v>
                </c:pt>
                <c:pt idx="334">
                  <c:v>45626</c:v>
                </c:pt>
                <c:pt idx="335">
                  <c:v>45627</c:v>
                </c:pt>
                <c:pt idx="336">
                  <c:v>45628</c:v>
                </c:pt>
                <c:pt idx="337">
                  <c:v>45629</c:v>
                </c:pt>
                <c:pt idx="338">
                  <c:v>45630</c:v>
                </c:pt>
                <c:pt idx="339">
                  <c:v>45631</c:v>
                </c:pt>
                <c:pt idx="340">
                  <c:v>45632</c:v>
                </c:pt>
                <c:pt idx="341">
                  <c:v>45633</c:v>
                </c:pt>
                <c:pt idx="342">
                  <c:v>45634</c:v>
                </c:pt>
                <c:pt idx="343">
                  <c:v>45635</c:v>
                </c:pt>
                <c:pt idx="344">
                  <c:v>45636</c:v>
                </c:pt>
                <c:pt idx="345">
                  <c:v>45637</c:v>
                </c:pt>
                <c:pt idx="346">
                  <c:v>45638</c:v>
                </c:pt>
                <c:pt idx="347">
                  <c:v>45639</c:v>
                </c:pt>
                <c:pt idx="348">
                  <c:v>45640</c:v>
                </c:pt>
                <c:pt idx="349">
                  <c:v>45641</c:v>
                </c:pt>
                <c:pt idx="350">
                  <c:v>45642</c:v>
                </c:pt>
                <c:pt idx="351">
                  <c:v>45643</c:v>
                </c:pt>
                <c:pt idx="352">
                  <c:v>45644</c:v>
                </c:pt>
                <c:pt idx="353">
                  <c:v>45645</c:v>
                </c:pt>
                <c:pt idx="354">
                  <c:v>45646</c:v>
                </c:pt>
                <c:pt idx="355">
                  <c:v>45647</c:v>
                </c:pt>
                <c:pt idx="356">
                  <c:v>45648</c:v>
                </c:pt>
                <c:pt idx="357">
                  <c:v>45649</c:v>
                </c:pt>
                <c:pt idx="358">
                  <c:v>45650</c:v>
                </c:pt>
                <c:pt idx="359">
                  <c:v>45651</c:v>
                </c:pt>
                <c:pt idx="360">
                  <c:v>45652</c:v>
                </c:pt>
                <c:pt idx="361">
                  <c:v>45653</c:v>
                </c:pt>
                <c:pt idx="362">
                  <c:v>45654</c:v>
                </c:pt>
                <c:pt idx="363">
                  <c:v>45655</c:v>
                </c:pt>
                <c:pt idx="364">
                  <c:v>45656</c:v>
                </c:pt>
                <c:pt idx="365">
                  <c:v>45657</c:v>
                </c:pt>
              </c:numCache>
            </c:numRef>
          </c:cat>
          <c:val>
            <c:numRef>
              <c:f>combined_pivot_table!$Q$46:$Q$411</c:f>
              <c:numCache>
                <c:formatCode>General</c:formatCode>
                <c:ptCount val="366"/>
                <c:pt idx="0">
                  <c:v>28.071095833333342</c:v>
                </c:pt>
                <c:pt idx="1">
                  <c:v>27.836668750000001</c:v>
                </c:pt>
                <c:pt idx="2">
                  <c:v>11.982152083333334</c:v>
                </c:pt>
                <c:pt idx="3">
                  <c:v>15.162076041666667</c:v>
                </c:pt>
                <c:pt idx="4">
                  <c:v>16.500573958333327</c:v>
                </c:pt>
                <c:pt idx="5">
                  <c:v>8.2032656249999985</c:v>
                </c:pt>
                <c:pt idx="6">
                  <c:v>7.4987239583333309</c:v>
                </c:pt>
                <c:pt idx="7">
                  <c:v>3.0639687499999995</c:v>
                </c:pt>
                <c:pt idx="8">
                  <c:v>10.068356250000001</c:v>
                </c:pt>
                <c:pt idx="9">
                  <c:v>17.744612499999999</c:v>
                </c:pt>
                <c:pt idx="10">
                  <c:v>15.347117708333329</c:v>
                </c:pt>
                <c:pt idx="11">
                  <c:v>11.538770833333331</c:v>
                </c:pt>
                <c:pt idx="12">
                  <c:v>25.473679166666656</c:v>
                </c:pt>
                <c:pt idx="13">
                  <c:v>25.879678124999995</c:v>
                </c:pt>
                <c:pt idx="14">
                  <c:v>27.728922916666658</c:v>
                </c:pt>
                <c:pt idx="15">
                  <c:v>14.681353124999996</c:v>
                </c:pt>
                <c:pt idx="16">
                  <c:v>10.940397916666667</c:v>
                </c:pt>
                <c:pt idx="17">
                  <c:v>8.6183322916666683</c:v>
                </c:pt>
                <c:pt idx="18">
                  <c:v>22.131687500000005</c:v>
                </c:pt>
                <c:pt idx="19">
                  <c:v>23.557942708333325</c:v>
                </c:pt>
                <c:pt idx="20">
                  <c:v>31.600753125000004</c:v>
                </c:pt>
                <c:pt idx="21">
                  <c:v>41.930523958333353</c:v>
                </c:pt>
                <c:pt idx="22">
                  <c:v>37.030854166666671</c:v>
                </c:pt>
                <c:pt idx="23">
                  <c:v>43.814344791666663</c:v>
                </c:pt>
                <c:pt idx="24">
                  <c:v>22.327646875000006</c:v>
                </c:pt>
                <c:pt idx="25">
                  <c:v>29.647813541666675</c:v>
                </c:pt>
                <c:pt idx="26">
                  <c:v>17.693606250000002</c:v>
                </c:pt>
                <c:pt idx="27">
                  <c:v>13.486236458333334</c:v>
                </c:pt>
                <c:pt idx="28">
                  <c:v>13.492139583333337</c:v>
                </c:pt>
                <c:pt idx="29">
                  <c:v>16.812440625000015</c:v>
                </c:pt>
                <c:pt idx="30">
                  <c:v>19.000339583333332</c:v>
                </c:pt>
                <c:pt idx="31">
                  <c:v>28.219808333333329</c:v>
                </c:pt>
                <c:pt idx="32">
                  <c:v>29.177453124999989</c:v>
                </c:pt>
                <c:pt idx="33">
                  <c:v>11.376909374999997</c:v>
                </c:pt>
                <c:pt idx="34">
                  <c:v>31.248476041666681</c:v>
                </c:pt>
                <c:pt idx="35">
                  <c:v>20.265706250000004</c:v>
                </c:pt>
                <c:pt idx="36">
                  <c:v>11.178426041666668</c:v>
                </c:pt>
                <c:pt idx="37">
                  <c:v>10.563679166666669</c:v>
                </c:pt>
                <c:pt idx="38">
                  <c:v>3.1511010416666663</c:v>
                </c:pt>
                <c:pt idx="39">
                  <c:v>6.3579458333333347</c:v>
                </c:pt>
                <c:pt idx="40">
                  <c:v>8.9238687500000022</c:v>
                </c:pt>
                <c:pt idx="41">
                  <c:v>4.6484281250000015</c:v>
                </c:pt>
                <c:pt idx="42">
                  <c:v>18.750052083333333</c:v>
                </c:pt>
                <c:pt idx="43">
                  <c:v>15.14451666666667</c:v>
                </c:pt>
                <c:pt idx="44">
                  <c:v>18.990529166666668</c:v>
                </c:pt>
                <c:pt idx="45">
                  <c:v>11.946634375000004</c:v>
                </c:pt>
                <c:pt idx="46">
                  <c:v>19.168916666666668</c:v>
                </c:pt>
                <c:pt idx="47">
                  <c:v>10.789933333333332</c:v>
                </c:pt>
                <c:pt idx="48">
                  <c:v>14.842322916666664</c:v>
                </c:pt>
                <c:pt idx="49">
                  <c:v>22.720015624999995</c:v>
                </c:pt>
                <c:pt idx="50">
                  <c:v>19.351430208333333</c:v>
                </c:pt>
                <c:pt idx="51">
                  <c:v>23.176786458333339</c:v>
                </c:pt>
                <c:pt idx="52">
                  <c:v>29.650180208333332</c:v>
                </c:pt>
                <c:pt idx="53">
                  <c:v>30.385170833333337</c:v>
                </c:pt>
                <c:pt idx="54">
                  <c:v>14.127353125000003</c:v>
                </c:pt>
                <c:pt idx="55">
                  <c:v>12.035368750000002</c:v>
                </c:pt>
                <c:pt idx="56">
                  <c:v>10.459688541666667</c:v>
                </c:pt>
                <c:pt idx="57">
                  <c:v>5.7442541666666669</c:v>
                </c:pt>
                <c:pt idx="58">
                  <c:v>4.0904072916666667</c:v>
                </c:pt>
                <c:pt idx="59">
                  <c:v>15.306906250000001</c:v>
                </c:pt>
                <c:pt idx="60">
                  <c:v>37.343530208333327</c:v>
                </c:pt>
                <c:pt idx="61">
                  <c:v>33.676671874999997</c:v>
                </c:pt>
                <c:pt idx="62">
                  <c:v>10.594126041666669</c:v>
                </c:pt>
                <c:pt idx="63">
                  <c:v>12.963080208333334</c:v>
                </c:pt>
                <c:pt idx="64">
                  <c:v>14.672640624999998</c:v>
                </c:pt>
                <c:pt idx="65">
                  <c:v>6.5571718749999999</c:v>
                </c:pt>
                <c:pt idx="66">
                  <c:v>7.52987916666667</c:v>
                </c:pt>
                <c:pt idx="67">
                  <c:v>2.2153791666666671</c:v>
                </c:pt>
                <c:pt idx="68">
                  <c:v>3.3413395833333328</c:v>
                </c:pt>
                <c:pt idx="69">
                  <c:v>10.796677083333334</c:v>
                </c:pt>
                <c:pt idx="70">
                  <c:v>4.5529354166666671</c:v>
                </c:pt>
                <c:pt idx="71">
                  <c:v>12.351263541666672</c:v>
                </c:pt>
                <c:pt idx="72">
                  <c:v>7.4418229166666654</c:v>
                </c:pt>
                <c:pt idx="73">
                  <c:v>11.081230208333327</c:v>
                </c:pt>
                <c:pt idx="74">
                  <c:v>19.11936145833333</c:v>
                </c:pt>
                <c:pt idx="75">
                  <c:v>21.488390625000005</c:v>
                </c:pt>
                <c:pt idx="76">
                  <c:v>6.3683187499999985</c:v>
                </c:pt>
                <c:pt idx="77">
                  <c:v>8.0309520833333341</c:v>
                </c:pt>
                <c:pt idx="78">
                  <c:v>4.9166895833333335</c:v>
                </c:pt>
                <c:pt idx="79">
                  <c:v>1.6178302083333336</c:v>
                </c:pt>
                <c:pt idx="80">
                  <c:v>8.4472687499999992</c:v>
                </c:pt>
                <c:pt idx="81">
                  <c:v>14.498717708333336</c:v>
                </c:pt>
                <c:pt idx="82">
                  <c:v>18.535327083333332</c:v>
                </c:pt>
                <c:pt idx="83">
                  <c:v>27.645409375000014</c:v>
                </c:pt>
                <c:pt idx="84">
                  <c:v>10.577590624999999</c:v>
                </c:pt>
                <c:pt idx="85">
                  <c:v>15.310108333333332</c:v>
                </c:pt>
                <c:pt idx="86">
                  <c:v>9.7454895833333381</c:v>
                </c:pt>
                <c:pt idx="87">
                  <c:v>22.856246874999993</c:v>
                </c:pt>
                <c:pt idx="88">
                  <c:v>19.985612499999998</c:v>
                </c:pt>
                <c:pt idx="89">
                  <c:v>10.683201041666665</c:v>
                </c:pt>
                <c:pt idx="90">
                  <c:v>4.7860249999999995</c:v>
                </c:pt>
                <c:pt idx="91">
                  <c:v>23.306888541666662</c:v>
                </c:pt>
                <c:pt idx="92">
                  <c:v>37.408499999999989</c:v>
                </c:pt>
                <c:pt idx="93">
                  <c:v>6.3938197916666661</c:v>
                </c:pt>
                <c:pt idx="94">
                  <c:v>23.331504166666669</c:v>
                </c:pt>
                <c:pt idx="95">
                  <c:v>2.9256052083333328</c:v>
                </c:pt>
                <c:pt idx="96">
                  <c:v>3.2751760416666662</c:v>
                </c:pt>
                <c:pt idx="97">
                  <c:v>18.368264583333325</c:v>
                </c:pt>
                <c:pt idx="98">
                  <c:v>9.2802552083333314</c:v>
                </c:pt>
                <c:pt idx="99">
                  <c:v>3.9697291666666685</c:v>
                </c:pt>
                <c:pt idx="100">
                  <c:v>7.3858260416666646</c:v>
                </c:pt>
                <c:pt idx="101">
                  <c:v>4.1507979166666678</c:v>
                </c:pt>
                <c:pt idx="102">
                  <c:v>6.1104093749999979</c:v>
                </c:pt>
                <c:pt idx="103">
                  <c:v>15.623003124999995</c:v>
                </c:pt>
                <c:pt idx="104">
                  <c:v>19.225405208333335</c:v>
                </c:pt>
                <c:pt idx="105">
                  <c:v>18.166661458333341</c:v>
                </c:pt>
                <c:pt idx="106">
                  <c:v>24.09235937499999</c:v>
                </c:pt>
                <c:pt idx="107">
                  <c:v>5.0433541666666653</c:v>
                </c:pt>
                <c:pt idx="108">
                  <c:v>5.4573145833333321</c:v>
                </c:pt>
                <c:pt idx="109">
                  <c:v>25.448865625000007</c:v>
                </c:pt>
                <c:pt idx="110">
                  <c:v>12.795414583333336</c:v>
                </c:pt>
                <c:pt idx="111">
                  <c:v>8.6905864583333354</c:v>
                </c:pt>
                <c:pt idx="112">
                  <c:v>4.5536552083333337</c:v>
                </c:pt>
                <c:pt idx="113">
                  <c:v>3.9706854166666674</c:v>
                </c:pt>
                <c:pt idx="114">
                  <c:v>6.965842708333331</c:v>
                </c:pt>
                <c:pt idx="115">
                  <c:v>6.4962166666666672</c:v>
                </c:pt>
                <c:pt idx="116">
                  <c:v>7.6945041666666656</c:v>
                </c:pt>
                <c:pt idx="117">
                  <c:v>8.0123583333333297</c:v>
                </c:pt>
                <c:pt idx="118">
                  <c:v>17.870973958333337</c:v>
                </c:pt>
                <c:pt idx="119">
                  <c:v>4.6799458333333321</c:v>
                </c:pt>
                <c:pt idx="120">
                  <c:v>8.4602749999999993</c:v>
                </c:pt>
                <c:pt idx="121">
                  <c:v>17.655463541666656</c:v>
                </c:pt>
                <c:pt idx="122">
                  <c:v>41.117835416666651</c:v>
                </c:pt>
                <c:pt idx="123">
                  <c:v>8.4018645833333334</c:v>
                </c:pt>
                <c:pt idx="124">
                  <c:v>24.091047916666668</c:v>
                </c:pt>
                <c:pt idx="125">
                  <c:v>11.910457291666665</c:v>
                </c:pt>
                <c:pt idx="126">
                  <c:v>11.447544791666669</c:v>
                </c:pt>
                <c:pt idx="127">
                  <c:v>15.795167708333336</c:v>
                </c:pt>
                <c:pt idx="128">
                  <c:v>2.1298437499999996</c:v>
                </c:pt>
                <c:pt idx="129">
                  <c:v>20.958813541666668</c:v>
                </c:pt>
                <c:pt idx="130">
                  <c:v>2.702084375000001</c:v>
                </c:pt>
                <c:pt idx="131">
                  <c:v>3.5588833333333332</c:v>
                </c:pt>
                <c:pt idx="132">
                  <c:v>21.015024999999998</c:v>
                </c:pt>
                <c:pt idx="133">
                  <c:v>14.069123958333332</c:v>
                </c:pt>
                <c:pt idx="134">
                  <c:v>18.355883333333335</c:v>
                </c:pt>
                <c:pt idx="135">
                  <c:v>21.338115625000011</c:v>
                </c:pt>
                <c:pt idx="136">
                  <c:v>20.924391666666658</c:v>
                </c:pt>
                <c:pt idx="137">
                  <c:v>18.356344791666665</c:v>
                </c:pt>
                <c:pt idx="138">
                  <c:v>7.6052593750000002</c:v>
                </c:pt>
                <c:pt idx="139">
                  <c:v>3.5625770833333341</c:v>
                </c:pt>
                <c:pt idx="140">
                  <c:v>2.6440156249999998</c:v>
                </c:pt>
                <c:pt idx="141">
                  <c:v>13.026728125000002</c:v>
                </c:pt>
                <c:pt idx="142">
                  <c:v>11.758161458333328</c:v>
                </c:pt>
                <c:pt idx="143">
                  <c:v>4.9208770833333348</c:v>
                </c:pt>
                <c:pt idx="144">
                  <c:v>3.4657145833333338</c:v>
                </c:pt>
                <c:pt idx="145">
                  <c:v>2.8008281249999998</c:v>
                </c:pt>
                <c:pt idx="146">
                  <c:v>2.4984614583333329</c:v>
                </c:pt>
                <c:pt idx="147">
                  <c:v>3.7453458333333334</c:v>
                </c:pt>
                <c:pt idx="148">
                  <c:v>7.5931020833333349</c:v>
                </c:pt>
                <c:pt idx="149">
                  <c:v>12.454037499999998</c:v>
                </c:pt>
                <c:pt idx="150">
                  <c:v>2.4751916666666669</c:v>
                </c:pt>
                <c:pt idx="151">
                  <c:v>5.0119656250000011</c:v>
                </c:pt>
                <c:pt idx="152">
                  <c:v>12.987398958333332</c:v>
                </c:pt>
                <c:pt idx="153">
                  <c:v>42.875479166666672</c:v>
                </c:pt>
                <c:pt idx="154">
                  <c:v>3.7209458333333334</c:v>
                </c:pt>
                <c:pt idx="155">
                  <c:v>15.578831249999993</c:v>
                </c:pt>
                <c:pt idx="156">
                  <c:v>4.8271187500000003</c:v>
                </c:pt>
                <c:pt idx="157">
                  <c:v>4.5742677083333341</c:v>
                </c:pt>
                <c:pt idx="158">
                  <c:v>18.977406250000012</c:v>
                </c:pt>
                <c:pt idx="159">
                  <c:v>2.3554822916666667</c:v>
                </c:pt>
                <c:pt idx="160">
                  <c:v>16.38012500000001</c:v>
                </c:pt>
                <c:pt idx="161">
                  <c:v>7.8281281249999983</c:v>
                </c:pt>
                <c:pt idx="162">
                  <c:v>0.53461250000000005</c:v>
                </c:pt>
                <c:pt idx="163">
                  <c:v>28.314797916666659</c:v>
                </c:pt>
                <c:pt idx="164">
                  <c:v>3.9459156249999991</c:v>
                </c:pt>
                <c:pt idx="165">
                  <c:v>11.023865625000001</c:v>
                </c:pt>
                <c:pt idx="166">
                  <c:v>19.311587499999995</c:v>
                </c:pt>
                <c:pt idx="167">
                  <c:v>9.9390124999999987</c:v>
                </c:pt>
                <c:pt idx="168">
                  <c:v>4.9425427083333355</c:v>
                </c:pt>
                <c:pt idx="169">
                  <c:v>2.4289416666666654</c:v>
                </c:pt>
                <c:pt idx="170">
                  <c:v>6.1843979166666676</c:v>
                </c:pt>
                <c:pt idx="171">
                  <c:v>3.8076197916666659</c:v>
                </c:pt>
                <c:pt idx="172">
                  <c:v>6.2548114583333323</c:v>
                </c:pt>
                <c:pt idx="173">
                  <c:v>12.192110416666669</c:v>
                </c:pt>
                <c:pt idx="174">
                  <c:v>4.459447916666667</c:v>
                </c:pt>
                <c:pt idx="175">
                  <c:v>2.5009854166666687</c:v>
                </c:pt>
                <c:pt idx="176">
                  <c:v>5.6908770833333335</c:v>
                </c:pt>
                <c:pt idx="177">
                  <c:v>5.2890072916666666</c:v>
                </c:pt>
                <c:pt idx="178">
                  <c:v>3.8365114583333328</c:v>
                </c:pt>
                <c:pt idx="179">
                  <c:v>9.8336624999999991</c:v>
                </c:pt>
                <c:pt idx="180">
                  <c:v>2.7408041666666687</c:v>
                </c:pt>
                <c:pt idx="181">
                  <c:v>12.010377083333331</c:v>
                </c:pt>
                <c:pt idx="182">
                  <c:v>15.694762499999998</c:v>
                </c:pt>
                <c:pt idx="183">
                  <c:v>21.516869791666672</c:v>
                </c:pt>
                <c:pt idx="184">
                  <c:v>10.312156249999996</c:v>
                </c:pt>
                <c:pt idx="185">
                  <c:v>15.414101041666664</c:v>
                </c:pt>
                <c:pt idx="186">
                  <c:v>5.2719468750000003</c:v>
                </c:pt>
                <c:pt idx="187">
                  <c:v>3.0141395833333338</c:v>
                </c:pt>
                <c:pt idx="188">
                  <c:v>10.50042708333333</c:v>
                </c:pt>
                <c:pt idx="189">
                  <c:v>4.6892010416666663</c:v>
                </c:pt>
                <c:pt idx="190">
                  <c:v>4.8298197916666661</c:v>
                </c:pt>
                <c:pt idx="191">
                  <c:v>11.811777083333329</c:v>
                </c:pt>
                <c:pt idx="192">
                  <c:v>1.5319343750000007</c:v>
                </c:pt>
                <c:pt idx="193">
                  <c:v>22.213432291666656</c:v>
                </c:pt>
                <c:pt idx="194">
                  <c:v>13.452987500000001</c:v>
                </c:pt>
                <c:pt idx="195">
                  <c:v>5.7201770833333327</c:v>
                </c:pt>
                <c:pt idx="196">
                  <c:v>4.6419562499999989</c:v>
                </c:pt>
                <c:pt idx="197">
                  <c:v>14.608197916666665</c:v>
                </c:pt>
                <c:pt idx="198">
                  <c:v>10.599832291666667</c:v>
                </c:pt>
                <c:pt idx="199">
                  <c:v>1.7261187499999997</c:v>
                </c:pt>
                <c:pt idx="200">
                  <c:v>2.2029239583333324</c:v>
                </c:pt>
                <c:pt idx="201">
                  <c:v>4.8448020833333292</c:v>
                </c:pt>
                <c:pt idx="202">
                  <c:v>5.3008677083333344</c:v>
                </c:pt>
                <c:pt idx="203">
                  <c:v>8.0193385416666647</c:v>
                </c:pt>
                <c:pt idx="204">
                  <c:v>7.734135416666664</c:v>
                </c:pt>
                <c:pt idx="205">
                  <c:v>9.634030208333332</c:v>
                </c:pt>
                <c:pt idx="206">
                  <c:v>1.9822114583333335</c:v>
                </c:pt>
                <c:pt idx="207">
                  <c:v>4.7782083333333318</c:v>
                </c:pt>
                <c:pt idx="208">
                  <c:v>1.4128833333333335</c:v>
                </c:pt>
                <c:pt idx="209">
                  <c:v>8.2712364583333375</c:v>
                </c:pt>
                <c:pt idx="210">
                  <c:v>3.237882291666665</c:v>
                </c:pt>
                <c:pt idx="211">
                  <c:v>2.2400760416666681</c:v>
                </c:pt>
                <c:pt idx="212">
                  <c:v>2.5613770833333351</c:v>
                </c:pt>
                <c:pt idx="213">
                  <c:v>15.952285416666665</c:v>
                </c:pt>
                <c:pt idx="214">
                  <c:v>9.2508947916666653</c:v>
                </c:pt>
                <c:pt idx="215">
                  <c:v>18.985221874999993</c:v>
                </c:pt>
                <c:pt idx="216">
                  <c:v>5.7661135416666669</c:v>
                </c:pt>
                <c:pt idx="217">
                  <c:v>3.4280968750000014</c:v>
                </c:pt>
                <c:pt idx="218">
                  <c:v>9.7540843750000032</c:v>
                </c:pt>
                <c:pt idx="219">
                  <c:v>2.986641666666666</c:v>
                </c:pt>
                <c:pt idx="220">
                  <c:v>3.8986937500000018</c:v>
                </c:pt>
                <c:pt idx="221">
                  <c:v>5.8526937500000011</c:v>
                </c:pt>
                <c:pt idx="222">
                  <c:v>10.943639583333335</c:v>
                </c:pt>
                <c:pt idx="223">
                  <c:v>7.8723635416666689</c:v>
                </c:pt>
                <c:pt idx="224">
                  <c:v>12.706824999999995</c:v>
                </c:pt>
                <c:pt idx="225">
                  <c:v>7.7516791666666656</c:v>
                </c:pt>
                <c:pt idx="226">
                  <c:v>5.6389812499999996</c:v>
                </c:pt>
                <c:pt idx="227">
                  <c:v>3.3542635416666653</c:v>
                </c:pt>
                <c:pt idx="228">
                  <c:v>5.7931406249999995</c:v>
                </c:pt>
                <c:pt idx="229">
                  <c:v>1.3856270833333331</c:v>
                </c:pt>
                <c:pt idx="230">
                  <c:v>3.8239583333333345</c:v>
                </c:pt>
                <c:pt idx="231">
                  <c:v>2.9708739583333332</c:v>
                </c:pt>
                <c:pt idx="232">
                  <c:v>6.2504406250000022</c:v>
                </c:pt>
                <c:pt idx="233">
                  <c:v>17.46968750000001</c:v>
                </c:pt>
                <c:pt idx="234">
                  <c:v>12.125970833333332</c:v>
                </c:pt>
                <c:pt idx="235">
                  <c:v>21.720869791666669</c:v>
                </c:pt>
                <c:pt idx="236">
                  <c:v>12.810003125000001</c:v>
                </c:pt>
                <c:pt idx="237">
                  <c:v>14.926962500000002</c:v>
                </c:pt>
                <c:pt idx="238">
                  <c:v>5.3745708333333351</c:v>
                </c:pt>
                <c:pt idx="239">
                  <c:v>4.0692343749999988</c:v>
                </c:pt>
                <c:pt idx="240">
                  <c:v>7.3999937499999984</c:v>
                </c:pt>
                <c:pt idx="241">
                  <c:v>5.8781656250000003</c:v>
                </c:pt>
                <c:pt idx="242">
                  <c:v>4.5475520833333318</c:v>
                </c:pt>
                <c:pt idx="243">
                  <c:v>8.0567270833333353</c:v>
                </c:pt>
                <c:pt idx="244">
                  <c:v>10.34305</c:v>
                </c:pt>
                <c:pt idx="245">
                  <c:v>21.218220833333337</c:v>
                </c:pt>
                <c:pt idx="246">
                  <c:v>19.093229166666667</c:v>
                </c:pt>
                <c:pt idx="247">
                  <c:v>20.687843750000003</c:v>
                </c:pt>
                <c:pt idx="248">
                  <c:v>1.7808395833333333</c:v>
                </c:pt>
                <c:pt idx="249">
                  <c:v>10.723637500000002</c:v>
                </c:pt>
                <c:pt idx="250">
                  <c:v>6.0669927083333288</c:v>
                </c:pt>
                <c:pt idx="251">
                  <c:v>16.769457291666669</c:v>
                </c:pt>
                <c:pt idx="252">
                  <c:v>11.165318749999999</c:v>
                </c:pt>
                <c:pt idx="253">
                  <c:v>15.229536458333337</c:v>
                </c:pt>
                <c:pt idx="254">
                  <c:v>3.8210062499999999</c:v>
                </c:pt>
                <c:pt idx="255">
                  <c:v>25.376252083333323</c:v>
                </c:pt>
                <c:pt idx="256">
                  <c:v>10.139595833333331</c:v>
                </c:pt>
                <c:pt idx="257">
                  <c:v>16.593611458333335</c:v>
                </c:pt>
                <c:pt idx="258">
                  <c:v>10.037381249999997</c:v>
                </c:pt>
                <c:pt idx="259">
                  <c:v>12.207902083333327</c:v>
                </c:pt>
                <c:pt idx="260">
                  <c:v>12.913855208333329</c:v>
                </c:pt>
                <c:pt idx="261">
                  <c:v>13.525034374999988</c:v>
                </c:pt>
                <c:pt idx="262">
                  <c:v>14.313388541666662</c:v>
                </c:pt>
                <c:pt idx="263">
                  <c:v>13.835130208333336</c:v>
                </c:pt>
                <c:pt idx="264">
                  <c:v>7.6103822916666646</c:v>
                </c:pt>
                <c:pt idx="265">
                  <c:v>2.8354218749999998</c:v>
                </c:pt>
                <c:pt idx="266">
                  <c:v>2.8582937499999987</c:v>
                </c:pt>
                <c:pt idx="267">
                  <c:v>10.214780208333337</c:v>
                </c:pt>
                <c:pt idx="268">
                  <c:v>16.914404166666664</c:v>
                </c:pt>
                <c:pt idx="269">
                  <c:v>28.150772916666671</c:v>
                </c:pt>
                <c:pt idx="270">
                  <c:v>34.43687187499998</c:v>
                </c:pt>
                <c:pt idx="271">
                  <c:v>18.382590624999999</c:v>
                </c:pt>
                <c:pt idx="272">
                  <c:v>6.2534958333333339</c:v>
                </c:pt>
                <c:pt idx="273">
                  <c:v>22.881836458333332</c:v>
                </c:pt>
                <c:pt idx="274">
                  <c:v>5.9542937500000033</c:v>
                </c:pt>
                <c:pt idx="275">
                  <c:v>9.1179270833333312</c:v>
                </c:pt>
                <c:pt idx="276">
                  <c:v>22.464633333333328</c:v>
                </c:pt>
                <c:pt idx="277">
                  <c:v>15.080666666666671</c:v>
                </c:pt>
                <c:pt idx="278">
                  <c:v>2.0408958333333334</c:v>
                </c:pt>
                <c:pt idx="279">
                  <c:v>8.613731249999999</c:v>
                </c:pt>
                <c:pt idx="280">
                  <c:v>7.0504958333333354</c:v>
                </c:pt>
                <c:pt idx="281">
                  <c:v>8.455432291666666</c:v>
                </c:pt>
                <c:pt idx="282">
                  <c:v>20.126361458333335</c:v>
                </c:pt>
                <c:pt idx="283">
                  <c:v>25.521336458333334</c:v>
                </c:pt>
                <c:pt idx="284">
                  <c:v>1.0907281249999998</c:v>
                </c:pt>
                <c:pt idx="285">
                  <c:v>13.97643229166667</c:v>
                </c:pt>
                <c:pt idx="286">
                  <c:v>32.884178124999991</c:v>
                </c:pt>
                <c:pt idx="287">
                  <c:v>8.0314656250000009</c:v>
                </c:pt>
                <c:pt idx="288">
                  <c:v>7.3505208333333325</c:v>
                </c:pt>
                <c:pt idx="289">
                  <c:v>24.900769791666669</c:v>
                </c:pt>
                <c:pt idx="290">
                  <c:v>15.17189583333333</c:v>
                </c:pt>
                <c:pt idx="291">
                  <c:v>4.713654166666668</c:v>
                </c:pt>
                <c:pt idx="292">
                  <c:v>6.9781729166666668</c:v>
                </c:pt>
                <c:pt idx="293">
                  <c:v>12.098137499999998</c:v>
                </c:pt>
                <c:pt idx="294">
                  <c:v>12.714414583333332</c:v>
                </c:pt>
                <c:pt idx="295">
                  <c:v>9.1322083333333346</c:v>
                </c:pt>
                <c:pt idx="296">
                  <c:v>3.8587177083333337</c:v>
                </c:pt>
                <c:pt idx="297">
                  <c:v>8.5846583333333353</c:v>
                </c:pt>
                <c:pt idx="298">
                  <c:v>6.2521614583333358</c:v>
                </c:pt>
                <c:pt idx="299">
                  <c:v>4.6833750000000007</c:v>
                </c:pt>
                <c:pt idx="300">
                  <c:v>6.7675529999999977</c:v>
                </c:pt>
                <c:pt idx="301">
                  <c:v>7.7263885416666644</c:v>
                </c:pt>
                <c:pt idx="302">
                  <c:v>6.2978260416666663</c:v>
                </c:pt>
                <c:pt idx="303">
                  <c:v>4.6980843749999996</c:v>
                </c:pt>
                <c:pt idx="304">
                  <c:v>8.555231249999995</c:v>
                </c:pt>
                <c:pt idx="305">
                  <c:v>4.4483500000000022</c:v>
                </c:pt>
                <c:pt idx="306">
                  <c:v>13.438971875000002</c:v>
                </c:pt>
                <c:pt idx="307">
                  <c:v>15.821357291666658</c:v>
                </c:pt>
                <c:pt idx="308">
                  <c:v>14.990218750000006</c:v>
                </c:pt>
                <c:pt idx="309">
                  <c:v>3.8499177083333311</c:v>
                </c:pt>
                <c:pt idx="310">
                  <c:v>17.943328125000004</c:v>
                </c:pt>
                <c:pt idx="311">
                  <c:v>3.0913062500000001</c:v>
                </c:pt>
                <c:pt idx="312">
                  <c:v>4.3368697916666665</c:v>
                </c:pt>
                <c:pt idx="313">
                  <c:v>16.430568750000003</c:v>
                </c:pt>
                <c:pt idx="314">
                  <c:v>8.7774083333333355</c:v>
                </c:pt>
                <c:pt idx="315">
                  <c:v>6.1590916666666642</c:v>
                </c:pt>
                <c:pt idx="316">
                  <c:v>2.5817812500000001</c:v>
                </c:pt>
                <c:pt idx="317">
                  <c:v>4.1831958333333343</c:v>
                </c:pt>
                <c:pt idx="318">
                  <c:v>10.847817708333334</c:v>
                </c:pt>
                <c:pt idx="319">
                  <c:v>7.7531958333333382</c:v>
                </c:pt>
                <c:pt idx="320">
                  <c:v>18.292934375000002</c:v>
                </c:pt>
                <c:pt idx="321">
                  <c:v>28.093770833333341</c:v>
                </c:pt>
                <c:pt idx="322">
                  <c:v>24.757651041666673</c:v>
                </c:pt>
                <c:pt idx="323">
                  <c:v>21.07959166666668</c:v>
                </c:pt>
                <c:pt idx="324">
                  <c:v>20.082309375000001</c:v>
                </c:pt>
                <c:pt idx="325">
                  <c:v>18.059176041666664</c:v>
                </c:pt>
                <c:pt idx="326">
                  <c:v>24.785378124999998</c:v>
                </c:pt>
                <c:pt idx="327">
                  <c:v>25.787675</c:v>
                </c:pt>
                <c:pt idx="328">
                  <c:v>38.366651041666678</c:v>
                </c:pt>
                <c:pt idx="329">
                  <c:v>33.852787500000012</c:v>
                </c:pt>
                <c:pt idx="330">
                  <c:v>18.682768750000005</c:v>
                </c:pt>
                <c:pt idx="331">
                  <c:v>19.897193749999989</c:v>
                </c:pt>
                <c:pt idx="332">
                  <c:v>29.889295833333318</c:v>
                </c:pt>
                <c:pt idx="333">
                  <c:v>5.3973385416666657</c:v>
                </c:pt>
                <c:pt idx="334">
                  <c:v>12.217913541666666</c:v>
                </c:pt>
                <c:pt idx="335">
                  <c:v>6.0193864583333347</c:v>
                </c:pt>
                <c:pt idx="336">
                  <c:v>14.955399999999996</c:v>
                </c:pt>
                <c:pt idx="337">
                  <c:v>5.4092458333333351</c:v>
                </c:pt>
                <c:pt idx="338">
                  <c:v>12.097573958333335</c:v>
                </c:pt>
                <c:pt idx="339">
                  <c:v>10.268946875000001</c:v>
                </c:pt>
                <c:pt idx="340">
                  <c:v>7.6199114583333323</c:v>
                </c:pt>
                <c:pt idx="341">
                  <c:v>6.5118645833333355</c:v>
                </c:pt>
                <c:pt idx="342">
                  <c:v>4.753371875</c:v>
                </c:pt>
                <c:pt idx="343">
                  <c:v>4.9989354166666669</c:v>
                </c:pt>
                <c:pt idx="344">
                  <c:v>11.925780208333332</c:v>
                </c:pt>
                <c:pt idx="345">
                  <c:v>4.6510729166666671</c:v>
                </c:pt>
                <c:pt idx="346">
                  <c:v>1.1108677083333331</c:v>
                </c:pt>
                <c:pt idx="347">
                  <c:v>4.728586458333333</c:v>
                </c:pt>
                <c:pt idx="348">
                  <c:v>18.44428645833333</c:v>
                </c:pt>
                <c:pt idx="349">
                  <c:v>32.49266875</c:v>
                </c:pt>
                <c:pt idx="350">
                  <c:v>40.677713541666662</c:v>
                </c:pt>
                <c:pt idx="351">
                  <c:v>23.252553124999995</c:v>
                </c:pt>
                <c:pt idx="352">
                  <c:v>32.818836458333337</c:v>
                </c:pt>
                <c:pt idx="353">
                  <c:v>36.751631249999974</c:v>
                </c:pt>
                <c:pt idx="354">
                  <c:v>29.538673958333341</c:v>
                </c:pt>
                <c:pt idx="355">
                  <c:v>34.729461458333326</c:v>
                </c:pt>
                <c:pt idx="356">
                  <c:v>31.724062500000002</c:v>
                </c:pt>
                <c:pt idx="357">
                  <c:v>28.672937499999989</c:v>
                </c:pt>
                <c:pt idx="358">
                  <c:v>10.122255208333334</c:v>
                </c:pt>
                <c:pt idx="359">
                  <c:v>5.5204385416666657</c:v>
                </c:pt>
                <c:pt idx="360">
                  <c:v>2.7873458333333345</c:v>
                </c:pt>
                <c:pt idx="361">
                  <c:v>1.5165354166666667</c:v>
                </c:pt>
                <c:pt idx="362">
                  <c:v>1.195819791666666</c:v>
                </c:pt>
                <c:pt idx="363">
                  <c:v>12.620599999999998</c:v>
                </c:pt>
                <c:pt idx="364">
                  <c:v>25.241034374999987</c:v>
                </c:pt>
                <c:pt idx="365">
                  <c:v>26.344497916666676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FF-4329-ABF2-9A708BCD0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5618192"/>
        <c:axId val="575614832"/>
      </c:lineChart>
      <c:dateAx>
        <c:axId val="575618192"/>
        <c:scaling>
          <c:orientation val="minMax"/>
        </c:scaling>
        <c:delete val="0"/>
        <c:axPos val="b"/>
        <c:numFmt formatCode="dd\.mm\.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5614832"/>
        <c:crosses val="autoZero"/>
        <c:auto val="1"/>
        <c:lblOffset val="100"/>
        <c:baseTimeUnit val="days"/>
      </c:dateAx>
      <c:valAx>
        <c:axId val="575614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561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366843427839823"/>
          <c:y val="0.92971676748662091"/>
          <c:w val="0.20456186047074598"/>
          <c:h val="5.26403955115880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Average Yearly Forecasted Wind Generation (GW)</a:t>
            </a:r>
            <a:endParaRPr 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layout>
        <c:manualLayout>
          <c:xMode val="edge"/>
          <c:yMode val="edge"/>
          <c:x val="0.1324532881865717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501855816223228E-2"/>
          <c:y val="0.16025287489069071"/>
          <c:w val="0.92024217874366765"/>
          <c:h val="0.635148475651818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combined_pivot_table!$I$5</c:f>
              <c:strCache>
                <c:ptCount val="1"/>
                <c:pt idx="0">
                  <c:v>Wind Offshore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combined_pivot_table!$H$6:$H$11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combined_pivot_table!$I$6:$I$11</c:f>
              <c:numCache>
                <c:formatCode>General</c:formatCode>
                <c:ptCount val="6"/>
                <c:pt idx="0">
                  <c:v>2.8082789640410999</c:v>
                </c:pt>
                <c:pt idx="1">
                  <c:v>3.0963359318078489</c:v>
                </c:pt>
                <c:pt idx="2">
                  <c:v>2.7371232248858353</c:v>
                </c:pt>
                <c:pt idx="3">
                  <c:v>2.8373249657534454</c:v>
                </c:pt>
                <c:pt idx="4">
                  <c:v>2.6495427968036229</c:v>
                </c:pt>
                <c:pt idx="5">
                  <c:v>2.9675003586065589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4-45B9-8AE2-82368EFE4CF8}"/>
            </c:ext>
          </c:extLst>
        </c:ser>
        <c:ser>
          <c:idx val="1"/>
          <c:order val="1"/>
          <c:tx>
            <c:strRef>
              <c:f>combined_pivot_table!$J$5</c:f>
              <c:strCache>
                <c:ptCount val="1"/>
                <c:pt idx="0">
                  <c:v>Wind Onshore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combined_pivot_table!$H$6:$H$11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combined_pivot_table!$J$6:$J$11</c:f>
              <c:numCache>
                <c:formatCode>General</c:formatCode>
                <c:ptCount val="6"/>
                <c:pt idx="0">
                  <c:v>11.232338107876641</c:v>
                </c:pt>
                <c:pt idx="1">
                  <c:v>11.662529841188574</c:v>
                </c:pt>
                <c:pt idx="2">
                  <c:v>10.198839728881197</c:v>
                </c:pt>
                <c:pt idx="3">
                  <c:v>11.318556526826388</c:v>
                </c:pt>
                <c:pt idx="4">
                  <c:v>13.534190510844825</c:v>
                </c:pt>
                <c:pt idx="5">
                  <c:v>12.791118249089205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24-45B9-8AE2-82368EFE4C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6858416"/>
        <c:axId val="1316858896"/>
      </c:barChart>
      <c:catAx>
        <c:axId val="131685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58896"/>
        <c:crosses val="autoZero"/>
        <c:auto val="1"/>
        <c:lblAlgn val="ctr"/>
        <c:lblOffset val="100"/>
        <c:noMultiLvlLbl val="0"/>
      </c:catAx>
      <c:valAx>
        <c:axId val="131685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5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Average Monthly Forecasted Wind Generation (GW)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 dirty="0"/>
          </a:p>
        </c:rich>
      </c:tx>
      <c:layout>
        <c:manualLayout>
          <c:xMode val="edge"/>
          <c:yMode val="edge"/>
          <c:x val="0.13745011757982781"/>
          <c:y val="7.15731811742974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499870792398613E-2"/>
          <c:y val="0.22810793858961384"/>
          <c:w val="0.91805925265740607"/>
          <c:h val="0.578251300433980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combined_pivot_table!$K$24</c:f>
              <c:strCache>
                <c:ptCount val="1"/>
                <c:pt idx="0">
                  <c:v>Wind Offshore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combined_pivot_table!$J$25:$J$36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combined_pivot_table!$K$25:$K$36</c:f>
              <c:numCache>
                <c:formatCode>General</c:formatCode>
                <c:ptCount val="12"/>
                <c:pt idx="0">
                  <c:v>3.4552142641129113</c:v>
                </c:pt>
                <c:pt idx="1">
                  <c:v>3.3430312745098227</c:v>
                </c:pt>
                <c:pt idx="2">
                  <c:v>3.1556522431583329</c:v>
                </c:pt>
                <c:pt idx="3">
                  <c:v>2.5354670601852023</c:v>
                </c:pt>
                <c:pt idx="4">
                  <c:v>2.5677326668906777</c:v>
                </c:pt>
                <c:pt idx="5">
                  <c:v>2.1581989293981478</c:v>
                </c:pt>
                <c:pt idx="6">
                  <c:v>2.3038604670699061</c:v>
                </c:pt>
                <c:pt idx="7">
                  <c:v>2.1709990423387064</c:v>
                </c:pt>
                <c:pt idx="8">
                  <c:v>2.568924843749993</c:v>
                </c:pt>
                <c:pt idx="9">
                  <c:v>3.1593860850111923</c:v>
                </c:pt>
                <c:pt idx="10">
                  <c:v>3.2745102777777766</c:v>
                </c:pt>
                <c:pt idx="11">
                  <c:v>3.5159088037634225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1E-4C9B-82E4-E1D3F0B3A35F}"/>
            </c:ext>
          </c:extLst>
        </c:ser>
        <c:ser>
          <c:idx val="1"/>
          <c:order val="1"/>
          <c:tx>
            <c:strRef>
              <c:f>combined_pivot_table!$L$24</c:f>
              <c:strCache>
                <c:ptCount val="1"/>
                <c:pt idx="0">
                  <c:v>Wind Onshore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combined_pivot_table!$J$25:$J$36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combined_pivot_table!$L$25:$L$36</c:f>
              <c:numCache>
                <c:formatCode>General</c:formatCode>
                <c:ptCount val="12"/>
                <c:pt idx="0">
                  <c:v>16.108549075940783</c:v>
                </c:pt>
                <c:pt idx="1">
                  <c:v>15.479614761029467</c:v>
                </c:pt>
                <c:pt idx="2">
                  <c:v>13.875693270524879</c:v>
                </c:pt>
                <c:pt idx="3">
                  <c:v>10.536867829861094</c:v>
                </c:pt>
                <c:pt idx="4">
                  <c:v>10.396479592293939</c:v>
                </c:pt>
                <c:pt idx="5">
                  <c:v>8.3753392592592828</c:v>
                </c:pt>
                <c:pt idx="6">
                  <c:v>8.6542103438619922</c:v>
                </c:pt>
                <c:pt idx="7">
                  <c:v>7.8648654345877658</c:v>
                </c:pt>
                <c:pt idx="8">
                  <c:v>9.7911586168981284</c:v>
                </c:pt>
                <c:pt idx="9">
                  <c:v>12.166731303131925</c:v>
                </c:pt>
                <c:pt idx="10">
                  <c:v>12.797508067129584</c:v>
                </c:pt>
                <c:pt idx="11">
                  <c:v>15.5700474966398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1E-4C9B-82E4-E1D3F0B3A3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5065456"/>
        <c:axId val="835068816"/>
      </c:barChart>
      <c:catAx>
        <c:axId val="835065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068816"/>
        <c:crosses val="autoZero"/>
        <c:auto val="1"/>
        <c:lblAlgn val="ctr"/>
        <c:lblOffset val="100"/>
        <c:noMultiLvlLbl val="0"/>
      </c:catAx>
      <c:valAx>
        <c:axId val="83506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506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79E99-DC59-42D1-B008-224029AE9A8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91539-5F91-4753-9C5B-E7A4140B8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91539-5F91-4753-9C5B-E7A4140B8B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0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6D31-CA97-9AF3-2B37-6EBFE40B8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B5C35-7B24-940E-D0E6-93B4AB7CA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8998-8659-9731-6CFF-A2E565FA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65F1D-5639-0045-2117-563B7B12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2D02F-F0E8-AFEC-E70A-E9C37909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9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A29B-6AC1-619E-3DA6-CFB98D697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2B21-DB2A-3703-BA6C-12BB69B03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B1D22-928E-140C-0704-36231431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05D5-4014-5404-CC33-2B2F52FF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EE325-A7E2-23B1-6EF9-959DB01A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6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9FCA-2D9E-8C81-2CE2-40FC8C03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8DDA2-0F6E-A0CB-F17E-DD6A52069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D8214-C01E-EC86-27FD-90F520BF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D5EB1-5DF1-62A1-4A70-C9BD098F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8B7F8-D7E6-607C-6C58-CE126C93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2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7618-7F2D-0633-317B-0155C21F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0002A-6CDA-1646-610C-024BA4B2A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364DA-0FAC-2237-9954-D4A6521DD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7EC4A-C540-C0B9-9548-02AA18F1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DCC7A-222A-111F-AF49-25A15A3D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54688-1929-8AD1-9032-656FA0B3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5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8338-D284-E75D-DBD4-0954AE2B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B649-812C-EB21-0EEF-EB1A75CCA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BDDBB-E9EA-E412-2F92-E14B23F7A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50FF9-0699-BF91-F82E-B9A5181A5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192B1-3D2C-09EE-494D-F9EFB5FDA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DDF6A-A612-E11C-935E-45A21361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34375-FD61-7785-785F-A1503BFE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29D09-0ED3-AAAD-F730-27EAF06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2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31F2-6F47-38E7-EF8A-1217F751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B18BD-75B4-373F-F5C4-5E533D4D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317FA-9963-8EDB-684F-37C21FFD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75DA6-0611-765C-790A-FB21D436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E5FE5-892E-6553-C104-F4660307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77389-8125-DCCD-07C9-A32FECFF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59D41-BBED-6BE9-0C22-13272996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6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8124-A2BF-AB83-85DC-58084E85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D080-7739-A7BC-16A6-C4158D2D3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88930-645D-1F6C-0F75-D83B5EF57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60AD3-1041-18C4-CD27-47CD8A25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6D075-555D-13F4-3257-A8F563E5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A6423-FC92-2561-BB93-D017D8A6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2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5C26-AB80-8102-ABF4-74045913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5BDF8-71D4-64E4-E88E-9BF5964CA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03A8F-E024-755C-3FB3-51CF0DE8C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51C1D-D9E9-B865-17EE-31C33D82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7F407-F35E-AC88-62D8-9094CAD6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36C79-30CC-B12F-C519-B6D557A2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9F3D-8B08-042E-1DC4-60D409B0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5AC33-7D8B-7382-21C5-A9B774338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14FE-A753-362E-6A2C-C8154457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DACDE-DCAD-F5C2-0F8B-1EC17C25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9BEBB-FC78-91CE-19E4-46BC1218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8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49CB6-D496-18E2-2395-D87723194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6431F-4E06-328D-4860-CF7BD7DFA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A626A-F9FE-C895-5162-2EFCFBB6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5105-5B0B-B895-D2B5-34821F44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F49F-FB7E-BBAE-2BB7-CDCBDA58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137E2-AFD9-BD2B-336F-6586E882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A4F4B-8A4A-7D16-7859-CD81B973C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EB4F7-7E26-A6D5-8A5D-74F21ACB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66910-3351-468E-8A6A-6A5635FDDE3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4857D-9FA9-546F-768B-6DD198721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86E4-2F52-D070-6385-9738B9DA4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A00A-4B57-49D5-BBB6-5A858703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5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BF62F-F2EA-48FD-85AD-D7E411CE60CB}"/>
              </a:ext>
            </a:extLst>
          </p:cNvPr>
          <p:cNvSpPr txBox="1"/>
          <p:nvPr/>
        </p:nvSpPr>
        <p:spPr>
          <a:xfrm>
            <a:off x="5242437" y="196645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63A19B-8B28-592B-EBC1-198F1FB0A72A}"/>
              </a:ext>
            </a:extLst>
          </p:cNvPr>
          <p:cNvSpPr txBox="1"/>
          <p:nvPr/>
        </p:nvSpPr>
        <p:spPr>
          <a:xfrm>
            <a:off x="3419972" y="189871"/>
            <a:ext cx="6344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Wind Onshore &amp; Wind Offshore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F1EC7-A993-E052-C487-1986EC1093BA}"/>
              </a:ext>
            </a:extLst>
          </p:cNvPr>
          <p:cNvSpPr txBox="1"/>
          <p:nvPr/>
        </p:nvSpPr>
        <p:spPr>
          <a:xfrm>
            <a:off x="488828" y="1060259"/>
            <a:ext cx="3644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Heat-Map of Wind Speed in Germany </a:t>
            </a:r>
            <a:endParaRPr lang="en-US" sz="16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E4AC16F-CA87-1B03-6DF8-31CF3149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78" y="1398813"/>
            <a:ext cx="3770576" cy="46724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5B3DACE-1248-1FD7-1B23-D9E87CD8EBD4}"/>
              </a:ext>
            </a:extLst>
          </p:cNvPr>
          <p:cNvSpPr txBox="1"/>
          <p:nvPr/>
        </p:nvSpPr>
        <p:spPr>
          <a:xfrm>
            <a:off x="4554541" y="1801217"/>
            <a:ext cx="3904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600" dirty="0"/>
              <a:t>It therefore makes sense to build out most wind farms in the </a:t>
            </a:r>
            <a:r>
              <a:rPr lang="en-GB" sz="1600" b="1" dirty="0"/>
              <a:t>north</a:t>
            </a:r>
            <a:r>
              <a:rPr lang="en-GB" sz="1600" dirty="0"/>
              <a:t>.</a:t>
            </a:r>
            <a:endParaRPr lang="en-US" sz="16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3844A4E-913C-E395-495A-9BE336012D22}"/>
              </a:ext>
            </a:extLst>
          </p:cNvPr>
          <p:cNvGrpSpPr/>
          <p:nvPr/>
        </p:nvGrpSpPr>
        <p:grpSpPr>
          <a:xfrm>
            <a:off x="4435956" y="1229536"/>
            <a:ext cx="7752996" cy="4398928"/>
            <a:chOff x="4416850" y="66803"/>
            <a:chExt cx="7752996" cy="39988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F53DCD-41F0-8AE2-69CB-5E5FCECA3FDD}"/>
                </a:ext>
              </a:extLst>
            </p:cNvPr>
            <p:cNvSpPr txBox="1"/>
            <p:nvPr/>
          </p:nvSpPr>
          <p:spPr>
            <a:xfrm>
              <a:off x="4416850" y="1748417"/>
              <a:ext cx="4130618" cy="279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States with largest installed Onshore capacities</a:t>
              </a:r>
              <a:r>
                <a:rPr lang="en-US" sz="1400" b="1" dirty="0"/>
                <a:t>:</a:t>
              </a:r>
              <a:endParaRPr lang="en-GB" sz="14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C60526-9A6E-AE16-E1F2-8352E4C53341}"/>
                </a:ext>
              </a:extLst>
            </p:cNvPr>
            <p:cNvSpPr txBox="1"/>
            <p:nvPr/>
          </p:nvSpPr>
          <p:spPr>
            <a:xfrm>
              <a:off x="4695953" y="2131568"/>
              <a:ext cx="3504150" cy="811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Lower Saxony: ~12.542 GW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Schleswig‑Holstein: ~8.549 GW</a:t>
              </a:r>
            </a:p>
            <a:p>
              <a:endParaRPr lang="en-US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Brandenburg: ~8.662 GW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2DA23CC-24FD-AC30-07D7-D9F8F1DDD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5000"/>
            </a:blip>
            <a:stretch>
              <a:fillRect/>
            </a:stretch>
          </p:blipFill>
          <p:spPr>
            <a:xfrm>
              <a:off x="8684571" y="66803"/>
              <a:ext cx="3485275" cy="3998869"/>
            </a:xfrm>
            <a:prstGeom prst="rect">
              <a:avLst/>
            </a:prstGeom>
          </p:spPr>
        </p:pic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E7C395-4AC8-4AD3-3DEF-754FDF77D032}"/>
                </a:ext>
              </a:extLst>
            </p:cNvPr>
            <p:cNvCxnSpPr/>
            <p:nvPr/>
          </p:nvCxnSpPr>
          <p:spPr>
            <a:xfrm>
              <a:off x="9909866" y="952203"/>
              <a:ext cx="51816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5167AA-ECF6-5011-3A35-D2AA1FB21ADF}"/>
                </a:ext>
              </a:extLst>
            </p:cNvPr>
            <p:cNvCxnSpPr/>
            <p:nvPr/>
          </p:nvCxnSpPr>
          <p:spPr>
            <a:xfrm>
              <a:off x="9644837" y="1607676"/>
              <a:ext cx="51816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027F85-2BE9-D5A3-E1FF-85D6F5C0C920}"/>
                </a:ext>
              </a:extLst>
            </p:cNvPr>
            <p:cNvCxnSpPr/>
            <p:nvPr/>
          </p:nvCxnSpPr>
          <p:spPr>
            <a:xfrm>
              <a:off x="10948736" y="1497598"/>
              <a:ext cx="51816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34D4B3-D19A-7EE7-33A8-36036CF70493}"/>
                </a:ext>
              </a:extLst>
            </p:cNvPr>
            <p:cNvCxnSpPr>
              <a:cxnSpLocks/>
            </p:cNvCxnSpPr>
            <p:nvPr/>
          </p:nvCxnSpPr>
          <p:spPr>
            <a:xfrm>
              <a:off x="9133135" y="349045"/>
              <a:ext cx="611969" cy="43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AA91749-B005-40C7-0CA1-6F168E4226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08652" y="66803"/>
              <a:ext cx="380942" cy="5637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8F4C290-58AE-07A8-0B44-61AF67EE81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66896" y="196645"/>
              <a:ext cx="390697" cy="515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9C74D00-C89E-66E4-0465-9DADBB47A7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4775" y="281592"/>
              <a:ext cx="177185" cy="2349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C5A6522-6D0F-3819-2159-8B97E09A6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96" y="349045"/>
              <a:ext cx="390697" cy="515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71717B6-16AD-CEF8-97CE-0220D9032B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8364" y="384399"/>
              <a:ext cx="128131" cy="2559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7ABF1D1-9D29-AE04-5580-E5AE163C2A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7272" y="421693"/>
              <a:ext cx="56994" cy="2625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F24DE4C-8B0F-0556-F7E7-6DBFA19D5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93845" y="454524"/>
              <a:ext cx="7132" cy="2653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EB508F6-5A43-DAFD-F717-6102EA41A132}"/>
                </a:ext>
              </a:extLst>
            </p:cNvPr>
            <p:cNvCxnSpPr>
              <a:cxnSpLocks/>
            </p:cNvCxnSpPr>
            <p:nvPr/>
          </p:nvCxnSpPr>
          <p:spPr>
            <a:xfrm>
              <a:off x="9032868" y="491738"/>
              <a:ext cx="611969" cy="43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130B7D1-62D0-7736-F4C4-16A37C9202F1}"/>
                </a:ext>
              </a:extLst>
            </p:cNvPr>
            <p:cNvCxnSpPr>
              <a:cxnSpLocks/>
            </p:cNvCxnSpPr>
            <p:nvPr/>
          </p:nvCxnSpPr>
          <p:spPr>
            <a:xfrm>
              <a:off x="8947219" y="611207"/>
              <a:ext cx="611969" cy="43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D8754B8-987B-FFDF-5DCE-FC80B77505CC}"/>
              </a:ext>
            </a:extLst>
          </p:cNvPr>
          <p:cNvSpPr txBox="1"/>
          <p:nvPr/>
        </p:nvSpPr>
        <p:spPr>
          <a:xfrm>
            <a:off x="4435956" y="4970947"/>
            <a:ext cx="4146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States with largest installed Offshore capacities</a:t>
            </a:r>
            <a:r>
              <a:rPr lang="en-US" sz="1400" b="1" dirty="0"/>
              <a:t>:</a:t>
            </a:r>
            <a:endParaRPr lang="en-GB" sz="14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39BD81-5CA7-78F0-8281-06D4B00BF031}"/>
              </a:ext>
            </a:extLst>
          </p:cNvPr>
          <p:cNvSpPr txBox="1"/>
          <p:nvPr/>
        </p:nvSpPr>
        <p:spPr>
          <a:xfrm>
            <a:off x="4711669" y="5317195"/>
            <a:ext cx="44686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Lower Saxony: ~ 5.3 GW </a:t>
            </a:r>
          </a:p>
          <a:p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Schleswig‑Holstein: ~ 2.1 GW</a:t>
            </a:r>
          </a:p>
          <a:p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Mecklenburg‑Vorpommern: ~ 1.1 GW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54747A3-D469-DE81-47A6-E0BF2356ED60}"/>
              </a:ext>
            </a:extLst>
          </p:cNvPr>
          <p:cNvCxnSpPr>
            <a:cxnSpLocks/>
          </p:cNvCxnSpPr>
          <p:nvPr/>
        </p:nvCxnSpPr>
        <p:spPr>
          <a:xfrm>
            <a:off x="10377240" y="2400259"/>
            <a:ext cx="130411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7E89ABF-9C55-F3B6-580B-066D58AE9821}"/>
              </a:ext>
            </a:extLst>
          </p:cNvPr>
          <p:cNvSpPr txBox="1"/>
          <p:nvPr/>
        </p:nvSpPr>
        <p:spPr>
          <a:xfrm>
            <a:off x="4412681" y="4454961"/>
            <a:ext cx="6634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As of end-</a:t>
            </a:r>
            <a:r>
              <a:rPr lang="en-US" sz="1200" b="1" dirty="0"/>
              <a:t>2024</a:t>
            </a:r>
            <a:r>
              <a:rPr lang="en-US" sz="1200" dirty="0"/>
              <a:t>, </a:t>
            </a:r>
            <a:r>
              <a:rPr lang="en-US" sz="1200"/>
              <a:t>~ </a:t>
            </a:r>
            <a:r>
              <a:rPr lang="en-US" sz="1200" b="1"/>
              <a:t>63</a:t>
            </a:r>
            <a:r>
              <a:rPr lang="en-US" sz="1200"/>
              <a:t> </a:t>
            </a:r>
            <a:r>
              <a:rPr lang="en-US" sz="1200" b="1" dirty="0"/>
              <a:t>GW</a:t>
            </a:r>
            <a:r>
              <a:rPr lang="en-US" sz="1200" dirty="0"/>
              <a:t> of installed onshore wind capacity.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409DA4-0C07-7E39-5D3E-72FA6C2A9C6F}"/>
              </a:ext>
            </a:extLst>
          </p:cNvPr>
          <p:cNvSpPr txBox="1"/>
          <p:nvPr/>
        </p:nvSpPr>
        <p:spPr>
          <a:xfrm>
            <a:off x="4435956" y="6308051"/>
            <a:ext cx="4067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 of end-</a:t>
            </a:r>
            <a:r>
              <a:rPr lang="en-US" sz="1200" b="1" dirty="0"/>
              <a:t>2024</a:t>
            </a:r>
            <a:r>
              <a:rPr lang="en-US" sz="1200" dirty="0"/>
              <a:t>, ~ </a:t>
            </a:r>
            <a:r>
              <a:rPr lang="en-US" sz="1200" b="1" dirty="0"/>
              <a:t>9 GW</a:t>
            </a:r>
            <a:r>
              <a:rPr lang="en-US" sz="1200" dirty="0"/>
              <a:t> of installed offshore wind capacity.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46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9707CD-0F68-E892-1355-90BA49584029}"/>
              </a:ext>
            </a:extLst>
          </p:cNvPr>
          <p:cNvSpPr/>
          <p:nvPr/>
        </p:nvSpPr>
        <p:spPr>
          <a:xfrm>
            <a:off x="6469626" y="4896465"/>
            <a:ext cx="5555226" cy="121316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3810B2-E399-8373-F7E6-DBF9D7200067}"/>
              </a:ext>
            </a:extLst>
          </p:cNvPr>
          <p:cNvSpPr txBox="1"/>
          <p:nvPr/>
        </p:nvSpPr>
        <p:spPr>
          <a:xfrm>
            <a:off x="294969" y="4411512"/>
            <a:ext cx="56535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Onshore forecasts are higher and more variable due to larger installed capacity and the model’s scaling with available infrastructure.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Germany’s onshore wind capacity is more than </a:t>
            </a:r>
            <a:r>
              <a:rPr lang="en-US" sz="1200" b="1" dirty="0"/>
              <a:t>6 times </a:t>
            </a:r>
            <a:r>
              <a:rPr lang="en-US" sz="1200" dirty="0"/>
              <a:t>its offshore capacity !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Offshore forecasts stay lower and steadier, reflecting smaller capacity and more consistent marine wind conditions.</a:t>
            </a:r>
          </a:p>
          <a:p>
            <a:pPr lvl="1"/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Wind Onshore generation is highly volatile, with a </a:t>
            </a:r>
            <a:r>
              <a:rPr lang="en-US" sz="1200" b="1" dirty="0"/>
              <a:t>daily standard deviation</a:t>
            </a:r>
            <a:r>
              <a:rPr lang="en-US" sz="1200" dirty="0"/>
              <a:t> of around </a:t>
            </a:r>
            <a:r>
              <a:rPr lang="en-US" sz="1200" b="1" dirty="0"/>
              <a:t>3 GW</a:t>
            </a:r>
            <a:r>
              <a:rPr lang="en-US" sz="1200" dirty="0"/>
              <a:t>, occasionally reaching up to </a:t>
            </a:r>
            <a:r>
              <a:rPr lang="en-US" sz="1200" b="1" dirty="0"/>
              <a:t>12 GW </a:t>
            </a:r>
            <a:r>
              <a:rPr lang="en-US" sz="1200" dirty="0"/>
              <a:t>during peak fluctuations.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F4C12E4-3A25-0DC7-6FE8-EC1D411E8A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6576899"/>
              </p:ext>
            </p:extLst>
          </p:nvPr>
        </p:nvGraphicFramePr>
        <p:xfrm>
          <a:off x="294969" y="88491"/>
          <a:ext cx="11897032" cy="4071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40E78D1-A1A5-2560-A86E-5FD63B73BCFA}"/>
              </a:ext>
            </a:extLst>
          </p:cNvPr>
          <p:cNvGrpSpPr/>
          <p:nvPr/>
        </p:nvGrpSpPr>
        <p:grpSpPr>
          <a:xfrm>
            <a:off x="6567952" y="5000148"/>
            <a:ext cx="5456900" cy="1109483"/>
            <a:chOff x="6361474" y="5567821"/>
            <a:chExt cx="5830526" cy="110948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E1D9264-2643-0422-48A7-76DAE830247B}"/>
                </a:ext>
              </a:extLst>
            </p:cNvPr>
            <p:cNvSpPr txBox="1"/>
            <p:nvPr/>
          </p:nvSpPr>
          <p:spPr>
            <a:xfrm flipH="1">
              <a:off x="6361474" y="5567821"/>
              <a:ext cx="10849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b="1" dirty="0"/>
                <a:t>Fun Fact: </a:t>
              </a:r>
              <a:endParaRPr lang="en-US" sz="12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4F04B0-0BEB-DF3E-9CCB-6B83C7B71786}"/>
                </a:ext>
              </a:extLst>
            </p:cNvPr>
            <p:cNvSpPr txBox="1"/>
            <p:nvPr/>
          </p:nvSpPr>
          <p:spPr>
            <a:xfrm>
              <a:off x="6538453" y="5846307"/>
              <a:ext cx="56535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 single large wind turbine can power over 1,500 homes for a year — and the blades on modern offshore turbines can be longer than a football field, sweeping an area larger than the London Eye.</a:t>
              </a:r>
            </a:p>
            <a:p>
              <a:pPr algn="l"/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345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D48E17-375F-0469-F939-86D5EF7B0E8B}"/>
              </a:ext>
            </a:extLst>
          </p:cNvPr>
          <p:cNvSpPr txBox="1"/>
          <p:nvPr/>
        </p:nvSpPr>
        <p:spPr>
          <a:xfrm>
            <a:off x="5948516" y="1005797"/>
            <a:ext cx="609654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2021 marked a record low in wind generation, caused by unusually calm weather across Central Europe. Despite ongoing capacity expansion, the reduced wind speeds led to noticeably lower forecasted output.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impact extended into early 2022, when weaker winds persisted before conditions normalized later in the year, moderating overall generation levels.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From 2023 onward, both onshore and offshore forecasts recovered steadily, reflecting a return to typical wind patterns and continued growth in installed capacity.</a:t>
            </a:r>
          </a:p>
          <a:p>
            <a:endParaRPr lang="en-US" sz="11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2AA033C-8261-5D95-4CF2-32152A41C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32365"/>
              </p:ext>
            </p:extLst>
          </p:nvPr>
        </p:nvGraphicFramePr>
        <p:xfrm>
          <a:off x="146938" y="536977"/>
          <a:ext cx="5641453" cy="2892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950B97-89EE-5C87-C7F5-14CBF895486E}"/>
              </a:ext>
            </a:extLst>
          </p:cNvPr>
          <p:cNvSpPr txBox="1"/>
          <p:nvPr/>
        </p:nvSpPr>
        <p:spPr>
          <a:xfrm>
            <a:off x="5948516" y="4460728"/>
            <a:ext cx="62434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Wind generation is usually highest in winter months (Jan–Mar, Nov–Dec) due to strong North Sea winds and frequent storms.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It’s typically lower in summer (May–Aug) when conditions are calmer.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Wind generation is usually highest in winter months (Jan–Mar, Nov–Dec) due to strong North Sea winds and frequent storms.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It’s typically lower in summer (May–Aug) when conditions are calmer.</a:t>
            </a:r>
          </a:p>
          <a:p>
            <a:endParaRPr lang="en-US" sz="11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F9CA4DD-8E7E-7EB9-FE24-E90913E390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6492308"/>
              </p:ext>
            </p:extLst>
          </p:nvPr>
        </p:nvGraphicFramePr>
        <p:xfrm>
          <a:off x="222084" y="3708771"/>
          <a:ext cx="5491163" cy="3016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D95DA2-53A5-2905-494D-E377D1F3984B}"/>
              </a:ext>
            </a:extLst>
          </p:cNvPr>
          <p:cNvCxnSpPr>
            <a:cxnSpLocks/>
          </p:cNvCxnSpPr>
          <p:nvPr/>
        </p:nvCxnSpPr>
        <p:spPr>
          <a:xfrm flipV="1">
            <a:off x="914400" y="1297858"/>
            <a:ext cx="4591665" cy="255639"/>
          </a:xfrm>
          <a:prstGeom prst="straightConnector1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17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586</TotalTime>
  <Words>417</Words>
  <Application>Microsoft Office PowerPoint</Application>
  <PresentationFormat>Widescreen</PresentationFormat>
  <Paragraphs>43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2025-11-07T08:44:44Z</dcterms:created>
  <dcterms:modified xsi:type="dcterms:W3CDTF">2025-11-12T09:49:14Z</dcterms:modified>
</cp:coreProperties>
</file>